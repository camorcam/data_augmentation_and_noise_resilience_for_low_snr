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b7c603a889e4a77" /><Relationship Type="http://schemas.openxmlformats.org/officeDocument/2006/relationships/extended-properties" Target="/docProps/app.xml" Id="Rc33f0fbb34ff46c8" /><Relationship Type="http://schemas.openxmlformats.org/officeDocument/2006/relationships/officeDocument" Target="/ppt/presentation.xml" Id="Ra8cc589032264ae0" /></Relationships>
</file>

<file path=ppt/presentation.xml><?xml version="1.0" encoding="utf-8"?>
<p:presentation xmlns:p="http://schemas.openxmlformats.org/presentationml/2006/main">
  <p:sldMasterIdLst>
    <p:sldMasterId xmlns:r="http://schemas.openxmlformats.org/officeDocument/2006/relationships" id="2147483648" r:id="R18047bbff53a4917"/>
  </p:sldMasterIdLst>
  <p:notesMasterIdLst>
    <p:notesMasterId xmlns:r="http://schemas.openxmlformats.org/officeDocument/2006/relationships" r:id="R0df94775701b4e1d"/>
  </p:notesMasterIdLst>
  <p:sldIdLst>
    <p:sldId xmlns:r="http://schemas.openxmlformats.org/officeDocument/2006/relationships" id="256" r:id="R722f64947eb94c6d"/>
    <p:sldId xmlns:r="http://schemas.openxmlformats.org/officeDocument/2006/relationships" id="257" r:id="Rb7b2a6c8a5ff4cdb"/>
    <p:sldId xmlns:r="http://schemas.openxmlformats.org/officeDocument/2006/relationships" id="258" r:id="Re4aba82c3d2b4a97"/>
    <p:sldId xmlns:r="http://schemas.openxmlformats.org/officeDocument/2006/relationships" id="259" r:id="Rac55b527d4f24898"/>
    <p:sldId xmlns:r="http://schemas.openxmlformats.org/officeDocument/2006/relationships" id="260" r:id="Rfecf1ddce7e44452"/>
    <p:sldId xmlns:r="http://schemas.openxmlformats.org/officeDocument/2006/relationships" id="261" r:id="R2d2bbeb54fd94984"/>
    <p:sldId xmlns:r="http://schemas.openxmlformats.org/officeDocument/2006/relationships" id="262" r:id="R984b02390a2642d1"/>
    <p:sldId xmlns:r="http://schemas.openxmlformats.org/officeDocument/2006/relationships" id="263" r:id="Ra4e9c8e73bd4438f"/>
    <p:sldId xmlns:r="http://schemas.openxmlformats.org/officeDocument/2006/relationships" id="264" r:id="R1fe8a9578783495a"/>
    <p:sldId xmlns:r="http://schemas.openxmlformats.org/officeDocument/2006/relationships" id="265" r:id="R7df43c1b7d3f46e4"/>
    <p:sldId xmlns:r="http://schemas.openxmlformats.org/officeDocument/2006/relationships" id="266" r:id="Rf92472bd36564289"/>
    <p:sldId xmlns:r="http://schemas.openxmlformats.org/officeDocument/2006/relationships" id="267" r:id="Rda99e907b4604a9c"/>
    <p:sldId xmlns:r="http://schemas.openxmlformats.org/officeDocument/2006/relationships" id="268" r:id="Reada94c1e4c04424"/>
    <p:sldId xmlns:r="http://schemas.openxmlformats.org/officeDocument/2006/relationships" id="269" r:id="Rd652172d0c814d01"/>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338382d482e4f21" /><Relationship Type="http://schemas.openxmlformats.org/officeDocument/2006/relationships/slideMaster" Target="/ppt/slideMasters/slideMaster1.xml" Id="R18047bbff53a4917" /><Relationship Type="http://schemas.openxmlformats.org/officeDocument/2006/relationships/notesMaster" Target="/ppt/notesMasters/notesMaster1.xml" Id="R0df94775701b4e1d" /><Relationship Type="http://schemas.openxmlformats.org/officeDocument/2006/relationships/presProps" Target="/ppt/presProps.xml" Id="Rd5bf3e2f1605479a" /><Relationship Type="http://schemas.openxmlformats.org/officeDocument/2006/relationships/viewProps" Target="/ppt/viewProps.xml" Id="Recc3524a0e164af2" /><Relationship Type="http://schemas.openxmlformats.org/officeDocument/2006/relationships/tableStyles" Target="/ppt/tableStyles.xml" Id="R40d4ac1e44a04505" /><Relationship Type="http://schemas.openxmlformats.org/officeDocument/2006/relationships/slide" Target="/ppt/slides/slide1.xml" Id="R722f64947eb94c6d" /><Relationship Type="http://schemas.openxmlformats.org/officeDocument/2006/relationships/slide" Target="/ppt/slides/slide2.xml" Id="Rb7b2a6c8a5ff4cdb" /><Relationship Type="http://schemas.openxmlformats.org/officeDocument/2006/relationships/slide" Target="/ppt/slides/slide3.xml" Id="Re4aba82c3d2b4a97" /><Relationship Type="http://schemas.openxmlformats.org/officeDocument/2006/relationships/slide" Target="/ppt/slides/slide4.xml" Id="Rac55b527d4f24898" /><Relationship Type="http://schemas.openxmlformats.org/officeDocument/2006/relationships/slide" Target="/ppt/slides/slide5.xml" Id="Rfecf1ddce7e44452" /><Relationship Type="http://schemas.openxmlformats.org/officeDocument/2006/relationships/slide" Target="/ppt/slides/slide6.xml" Id="R2d2bbeb54fd94984" /><Relationship Type="http://schemas.openxmlformats.org/officeDocument/2006/relationships/slide" Target="/ppt/slides/slide7.xml" Id="R984b02390a2642d1" /><Relationship Type="http://schemas.openxmlformats.org/officeDocument/2006/relationships/slide" Target="/ppt/slides/slide8.xml" Id="Ra4e9c8e73bd4438f" /><Relationship Type="http://schemas.openxmlformats.org/officeDocument/2006/relationships/slide" Target="/ppt/slides/slide9.xml" Id="R1fe8a9578783495a" /><Relationship Type="http://schemas.openxmlformats.org/officeDocument/2006/relationships/slide" Target="/ppt/slides/slide10.xml" Id="R7df43c1b7d3f46e4" /><Relationship Type="http://schemas.openxmlformats.org/officeDocument/2006/relationships/slide" Target="/ppt/slides/slide11.xml" Id="Rf92472bd36564289" /><Relationship Type="http://schemas.openxmlformats.org/officeDocument/2006/relationships/slide" Target="/ppt/slides/slide12.xml" Id="Rda99e907b4604a9c" /><Relationship Type="http://schemas.openxmlformats.org/officeDocument/2006/relationships/slide" Target="/ppt/slides/slide13.xml" Id="Reada94c1e4c04424" /><Relationship Type="http://schemas.openxmlformats.org/officeDocument/2006/relationships/slide" Target="/ppt/slides/slide14.xml" Id="Rd652172d0c814d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6a9976ef9945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16e7129c9c4b2f" /><Relationship Type="http://schemas.openxmlformats.org/officeDocument/2006/relationships/notesMaster" Target="/ppt/notesMasters/notesMaster1.xml" Id="R3151bc55c87741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4e78d9b693469a" /><Relationship Type="http://schemas.openxmlformats.org/officeDocument/2006/relationships/notesMaster" Target="/ppt/notesMasters/notesMaster1.xml" Id="Rb2d3f2dc247a43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d8c3a59a9041e9" /><Relationship Type="http://schemas.openxmlformats.org/officeDocument/2006/relationships/notesMaster" Target="/ppt/notesMasters/notesMaster1.xml" Id="R87e11c0a8c6941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6116a891814fca" /><Relationship Type="http://schemas.openxmlformats.org/officeDocument/2006/relationships/notesMaster" Target="/ppt/notesMasters/notesMaster1.xml" Id="R6c08d749e01240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3d21ff19c249d9" /><Relationship Type="http://schemas.openxmlformats.org/officeDocument/2006/relationships/notesMaster" Target="/ppt/notesMasters/notesMaster1.xml" Id="R30e80bc9bb0046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438f7f14b2454d" /><Relationship Type="http://schemas.openxmlformats.org/officeDocument/2006/relationships/notesMaster" Target="/ppt/notesMasters/notesMaster1.xml" Id="Reb42ca1e702e40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6fbcaae8494186" /><Relationship Type="http://schemas.openxmlformats.org/officeDocument/2006/relationships/notesMaster" Target="/ppt/notesMasters/notesMaster1.xml" Id="R247a76001aca4e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8c0ebdb0034aa3" /><Relationship Type="http://schemas.openxmlformats.org/officeDocument/2006/relationships/notesMaster" Target="/ppt/notesMasters/notesMaster1.xml" Id="R7724b7d9e7fe49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d1c51d0fa64dbe" /><Relationship Type="http://schemas.openxmlformats.org/officeDocument/2006/relationships/notesMaster" Target="/ppt/notesMasters/notesMaster1.xml" Id="Rbd28d81f9ab1413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fa4521fbbdb4958" /><Relationship Type="http://schemas.openxmlformats.org/officeDocument/2006/relationships/notesMaster" Target="/ppt/notesMasters/notesMaster1.xml" Id="R77a40887ac634f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2ca8dc786e42a7" /><Relationship Type="http://schemas.openxmlformats.org/officeDocument/2006/relationships/notesMaster" Target="/ppt/notesMasters/notesMaster1.xml" Id="R40dc9cce5d6e438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993118dbb141f9" /><Relationship Type="http://schemas.openxmlformats.org/officeDocument/2006/relationships/notesMaster" Target="/ppt/notesMasters/notesMaster1.xml" Id="Rd05eb335e14d41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b38f35080a4c38" /><Relationship Type="http://schemas.openxmlformats.org/officeDocument/2006/relationships/notesMaster" Target="/ppt/notesMasters/notesMaster1.xml" Id="R82c0c7a9a73f428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10dd40c028f4493" /><Relationship Type="http://schemas.openxmlformats.org/officeDocument/2006/relationships/notesMaster" Target="/ppt/notesMasters/notesMaster1.xml" Id="R48af1c5aeb1f4f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generic member labels with the team’s actual names before defense. Suggested role allocation only.</a:t>
            </a:r>
          </a:p>
          <a:p xmlns:a="http://schemas.openxmlformats.org/drawingml/2006/main">
            <a:r>
              <a:t>Sources: repository snapshot, slide_style_requirements.md, train.py, evaluate.py, models/network.py, models/transforms.py, checkpoint/benchmark_results.json. https://github.com/camorcam/Data_Augmentation_and_Noise_Resilience_for_Low_SNR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15 minutes. Live demo: 10 minutes. Q&amp;A: 5 minutes. Appendix contains +4 and +14 dB confusion matrices.</a:t>
            </a:r>
          </a:p>
          <a:p xmlns:a="http://schemas.openxmlformats.org/drawingml/2006/main">
            <a:r>
              <a:t>Sources: repository snapshot, slide_style_requirements.md, train.py, evaluate.py, models/network.py, models/transforms.py, checkpoint/benchmark_results.json. https://github.com/camorcam/Data_Augmentation_and_Noise_Resilience_for_Low_SNR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Constant phase rotation and CFO are distinct. CFO: r′[n]=r[n] exp(j(2π Δf n/fs+θ0)). Phase overfitting and learned radial features remain hypotheses, not demonstrated mechanisms.</a:t>
            </a:r>
          </a:p>
          <a:p xmlns:a="http://schemas.openxmlformats.org/drawingml/2006/main">
            <a:r>
              <a:t>Sources: repository snapshot, slide_style_requirements.md, train.py, evaluate.py, models/network.py, models/transforms.py, checkpoint/benchmark_results.json. https://github.com/camorcam/Data_Augmentation_and_Noise_Resilience_for_Low_SNR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train.py: 150 samples/class/SNR. evaluate.py: 100 samples/class/SNR. Both generation and split use seed 42. Do not claim independent holdout or zero leakage before comparing burst hashes and generation lineage. Augmentation applies only to training samples. RMS = sqrt(mean(I²+Q²)).</a:t>
            </a:r>
          </a:p>
          <a:p xmlns:a="http://schemas.openxmlformats.org/drawingml/2006/main">
            <a:r>
              <a:t>Sources: repository snapshot, slide_style_requirements.md, train.py, evaluate.py, models/network.py, models/transforms.py, checkpoint/benchmark_results.json. https://github.com/camorcam/Data_Augmentation_and_Noise_Resilience_for_Low_SNR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Values from train.py, overriding RFAugmentationPipeline defaults. The injected noise changes effective SNR. No per-sample calibrated target SNR is enforced by this transform. Phase rotation uses a constant angle for the burst.</a:t>
            </a:r>
          </a:p>
          <a:p xmlns:a="http://schemas.openxmlformats.org/drawingml/2006/main">
            <a:r>
              <a:t>Sources: repository snapshot, slide_style_requirements.md, train.py, evaluate.py, models/network.py, models/transforms.py, checkpoint/benchmark_results.json. https://github.com/camorcam/Data_Augmentation_and_Noise_Resilience_for_Low_SNR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models/network.py. Trainable parameter count in original deck is 175,432; architecture dimensions and operations are shown directly from code. Pooling in block 3 is adaptive averaging, not fixed AvgPool.</a:t>
            </a:r>
          </a:p>
          <a:p xmlns:a="http://schemas.openxmlformats.org/drawingml/2006/main">
            <a:r>
              <a:t>Sources: repository snapshot, slide_style_requirements.md, train.py, evaluate.py, models/network.py, models/transforms.py, checkpoint/benchmark_results.json. https://github.com/camorcam/Data_Augmentation_and_Noise_Resilience_for_Low_SNR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figures are those reported in the source deck/README. No complete epoch history is saved by main(). Do not fabricate convergence curves. Models share hyperparameters but a matched-initialization, multi-seed comparison has not been established.</a:t>
            </a:r>
          </a:p>
          <a:p xmlns:a="http://schemas.openxmlformats.org/drawingml/2006/main">
            <a:r>
              <a:t>Sources: repository snapshot, slide_style_requirements.md, train.py, evaluate.py, models/network.py, models/transforms.py, checkpoint/benchmark_results.json. https://github.com/camorcam/Data_Augmentation_and_Noise_Resilience_for_Low_SNR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pp means percentage points. Benchmark is a single reported run and its evaluation provenance requires auditing. Augmentation improves some low-SNR points, ties at −6 dB and loses at −4 and 0 dB. Full source data are embedded in the editable chart.</a:t>
            </a:r>
          </a:p>
          <a:p xmlns:a="http://schemas.openxmlformats.org/drawingml/2006/main">
            <a:r>
              <a:t>Sources: repository snapshot, slide_style_requirements.md, train.py, evaluate.py, models/network.py, models/transforms.py, checkpoint/benchmark_results.json. https://github.com/camorcam/Data_Augmentation_and_Noise_Resilience_for_Low_SNR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Macro-F1 gives equal weight to each class. Source benchmark_results.json. Per-SNR metrics can fluctuate because each SNR has a relatively small evaluation subset.</a:t>
            </a:r>
          </a:p>
          <a:p xmlns:a="http://schemas.openxmlformats.org/drawingml/2006/main">
            <a:r>
              <a:t>Sources: repository snapshot, slide_style_requirements.md, train.py, evaluate.py, models/network.py, models/transforms.py, checkpoint/benchmark_results.json. https://github.com/camorcam/Data_Augmentation_and_Noise_Resilience_for_Low_SNR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Matrices from benchmark_results.json at −4 dB. Values rounded to whole percentages for readability. Off-diagonal errors are observed evidence. Noise overlap is a plausible explanation, whereas feature learning and CFO robustness have not been established.</a:t>
            </a:r>
          </a:p>
          <a:p xmlns:a="http://schemas.openxmlformats.org/drawingml/2006/main">
            <a:r>
              <a:t>Sources: repository snapshot, slide_style_requirements.md, train.py, evaluate.py, models/network.py, models/transforms.py, checkpoint/benchmark_results.json. https://github.com/camorcam/Data_Augmentation_and_Noise_Resilience_for_Low_SNR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official requirement is an embedded 30–60 second MP4 screen recording of the working demo. No such recording is supplied, so this deck cannot meet that requirement yet. Demonstrate both successful and failed predictions without cherry-picking a guaranteed winning example.</a:t>
            </a:r>
          </a:p>
          <a:p xmlns:a="http://schemas.openxmlformats.org/drawingml/2006/main">
            <a:r>
              <a:t>Sources: repository snapshot, slide_style_requirements.md, train.py, evaluate.py, models/network.py, models/transforms.py, checkpoint/benchmark_results.json. https://github.com/camorcam/Data_Augmentation_and_Noise_Resilience_for_Low_SNR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upward 80% crossing calculated from benchmark JSON. Baseline 4.913513513513515, augmented 5.528643216080404, gain -0.6151297025668887 dB. The negative gain means augmentation needs more SNR to reach 80% under this convention. No smoothing or uncertainty interval. This result is provisional until evaluation isolation is verified.</a:t>
            </a:r>
          </a:p>
          <a:p xmlns:a="http://schemas.openxmlformats.org/drawingml/2006/main">
            <a:r>
              <a:t>Sources: repository snapshot, slide_style_requirements.md, train.py, evaluate.py, models/network.py, models/transforms.py, checkpoint/benchmark_results.json. https://github.com/camorcam/Data_Augmentation_and_Noise_Resilience_for_Low_SNR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operational point +4 dB from benchmark_results.json. Matrices use common class ordering, scale and normalization.</a:t>
            </a:r>
          </a:p>
          <a:p xmlns:a="http://schemas.openxmlformats.org/drawingml/2006/main">
            <a:r>
              <a:t>Sources: repository snapshot, slide_style_requirements.md, train.py, evaluate.py, models/network.py, models/transforms.py, checkpoint/benchmark_results.json. https://github.com/camorcam/Data_Augmentation_and_Noise_Resilience_for_Low_SNR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operational point +14 dB from benchmark_results.json. Matrices use common class ordering, scale and normalization.</a:t>
            </a:r>
          </a:p>
          <a:p xmlns:a="http://schemas.openxmlformats.org/drawingml/2006/main">
            <a:r>
              <a:t>Sources: repository snapshot, slide_style_requirements.md, train.py, evaluate.py, models/network.py, models/transforms.py, checkpoint/benchmark_results.json. https://github.com/camorcam/Data_Augmentation_and_Noise_Resilience_for_Low_SNR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82ec36dd3746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b965d808bf41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8413e8448ba409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8c73c8a792b40e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cb719ccc59a45e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9e0a37a1cfb410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b6f9454a6e1489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11423097c434c0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bcc49d0d38c45e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f53b06d90a74076"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cff7972c70d4101"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365E1D1-5860-441E-9A56-1F0D872209D0}"/>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F7E68A67-7C97-4022-8F11-CF11832FA4F6}"/>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6886C588-23B5-47DF-940F-C10FB9500C1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8D2ECF6-0192-4258-93FE-56D09CF31F8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EFF55C0-8625-4518-8E03-383D5C50579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6C5EE3-9E2B-443F-82B5-C9DB31C680D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ED382E94-969E-4BEC-929B-80E4B64184F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4914F9E-9D54-43E5-8D63-DC4DAC26CB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CE8893B-A124-4847-9747-F677C2545A3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DC334D1-BA1E-4E13-A056-67CE1B45BB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9257275-CD3B-447B-98EE-7FEB2DD8649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840DE658-C8E4-48AD-B28A-6B0CB7CA759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D141678-54AB-4313-96D5-E397A21D11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8F5CA73-6B0C-4E7E-8E07-371D1F420F4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BC31B01-2F91-420D-83A2-753FE4836A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321CEB3-5793-4B4A-8F19-7B6C6AF3600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4CFFC553-3864-480E-AB8F-E4FD64059605}"/>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7697B3B-403E-4912-8329-BA32EB86CDB5}"/>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1ACCE357-2ED8-4436-B313-C459761E2E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87A61E5F-04E2-40B2-BE86-1A130D91DC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A9753A0-E9FA-4652-90C4-4FEA45B810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4837AF5-A3DD-4681-8E65-A216D20F829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DBDFB8F-122C-477D-9867-AF8149538D5D}"/>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D69CD1CA-38C8-4C51-BC8F-87607F41A3AD}"/>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0DC4A422-F465-4442-8539-61C417D4C9B5}"/>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A46AAC5-0F1D-410D-BFEB-E77AE6CCBF51}"/>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6DB799C1-EEFE-43E5-B4FE-1816DB0B6F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4254E280-E858-4190-AE4B-FD2780B62A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5934C45E-A72A-482E-AF9F-0D91F9D9FBC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8D351E4-7DF0-4753-AAD2-70BCF86CB8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225683D-2C1A-4612-9052-E6BB3B7698E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10445207-4A35-446D-9032-26E53205947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11A813C0-FE5D-4B54-8E7C-315D9BF9DB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8CE47C8-68C3-4A66-8B62-1AB3DB130A7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D24DCDEB-8938-4A30-8BDD-A3A9B6345C8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F055A021-4659-4B92-A6FE-2A8187DB100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F074E59-CFEE-42A1-B528-47C90D10B0DE}"/>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2B95F47-9E2B-42E9-B581-7714169320A0}"/>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69E29B18-CABE-471C-B97C-FCEA4B1DC0B4}"/>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175D032C-671B-4C4E-8FC0-7B9590D2D99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A6CF54C5-6D58-4AF5-8785-B470A55717E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ACBA742-5024-469A-A106-DED3C2B9F3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7171DEF-1BB0-4A5A-9BEB-A1E4E0E66A93}"/>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D5F3972D-BD37-436A-8BF3-86DDA791A9DF}"/>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D298490A-D4F7-46A1-A8F8-6CDDCD36E52E}"/>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6D1A897F-8935-46A9-8CD7-564D7FC9A4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3DFBE54C-E418-4FFC-A484-F1F657DA90B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490FB43-F15C-4AD5-B8F5-CBFBA9DBA3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BCA0806-BB49-4AF8-A2EB-57A39B9855F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632B75A-1C26-4AC2-A939-068A93AA8E99}"/>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278E1CA-D200-44BE-9B51-CA0E9CAC8D9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B61344BA-8B7C-458C-B01D-427335C150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03A9F78-8DE5-4DC8-BE4F-94847A050D0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E920767-393D-4403-B250-0217B7948A22}"/>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CABDBD43-46F8-48CC-808A-ED6C745C25D6}"/>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D751862-866B-4CB0-9A64-3B45E9FE7A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754B418-98B8-44C1-AAF5-4F516AC101C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B61F8D5-D4AB-467A-895F-1FB92CF90B8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54530981af4094" /><Relationship Type="http://schemas.openxmlformats.org/officeDocument/2006/relationships/slideLayout" Target="/ppt/slideLayouts/slideLayout1.xml" Id="R0f5f2ac25352448d" /><Relationship Type="http://schemas.openxmlformats.org/officeDocument/2006/relationships/slideLayout" Target="/ppt/slideLayouts/slideLayout2.xml" Id="R916629c31af04a99" /><Relationship Type="http://schemas.openxmlformats.org/officeDocument/2006/relationships/slideLayout" Target="/ppt/slideLayouts/slideLayout3.xml" Id="R6a87362172da4e19" /><Relationship Type="http://schemas.openxmlformats.org/officeDocument/2006/relationships/slideLayout" Target="/ppt/slideLayouts/slideLayout4.xml" Id="R56d0890bbc764d35" /><Relationship Type="http://schemas.openxmlformats.org/officeDocument/2006/relationships/slideLayout" Target="/ppt/slideLayouts/slideLayout5.xml" Id="Rfb21d503c75d4416" /><Relationship Type="http://schemas.openxmlformats.org/officeDocument/2006/relationships/slideLayout" Target="/ppt/slideLayouts/slideLayout6.xml" Id="R79c02f7383f14dfb" /><Relationship Type="http://schemas.openxmlformats.org/officeDocument/2006/relationships/slideLayout" Target="/ppt/slideLayouts/slideLayout7.xml" Id="R48aa58a08ca340fb" /><Relationship Type="http://schemas.openxmlformats.org/officeDocument/2006/relationships/slideLayout" Target="/ppt/slideLayouts/slideLayout8.xml" Id="Rdb117007de244140" /><Relationship Type="http://schemas.openxmlformats.org/officeDocument/2006/relationships/slideLayout" Target="/ppt/slideLayouts/slideLayout9.xml" Id="R32ab36a8d5074475" /><Relationship Type="http://schemas.openxmlformats.org/officeDocument/2006/relationships/slideLayout" Target="/ppt/slideLayouts/slideLayout10.xml" Id="R473b439f9f10413b" /><Relationship Type="http://schemas.openxmlformats.org/officeDocument/2006/relationships/slideLayout" Target="/ppt/slideLayouts/slideLayout11.xml" Id="R18448040e4ed490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82EFC76-8F37-4FA1-BB3D-C0E83DC3CCB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BAA947B0-0446-4517-A5C5-789DB0696EC6}"/>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12E24C1-EEFB-4135-A560-B3B24CC7A98D}"/>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FAD00FB-5A06-4C3F-A93B-83CC5568F17C}"/>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C1D65CC-5A65-4CEA-B8B0-E6DFBAA01C73}"/>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f5f2ac25352448d"/>
    <p:sldLayoutId xmlns:r="http://schemas.openxmlformats.org/officeDocument/2006/relationships" id="2147483650" r:id="R916629c31af04a99"/>
    <p:sldLayoutId xmlns:r="http://schemas.openxmlformats.org/officeDocument/2006/relationships" id="2147483651" r:id="R6a87362172da4e19"/>
    <p:sldLayoutId xmlns:r="http://schemas.openxmlformats.org/officeDocument/2006/relationships" id="2147483652" r:id="R56d0890bbc764d35"/>
    <p:sldLayoutId xmlns:r="http://schemas.openxmlformats.org/officeDocument/2006/relationships" id="2147483653" r:id="Rfb21d503c75d4416"/>
    <p:sldLayoutId xmlns:r="http://schemas.openxmlformats.org/officeDocument/2006/relationships" id="2147483654" r:id="R79c02f7383f14dfb"/>
    <p:sldLayoutId xmlns:r="http://schemas.openxmlformats.org/officeDocument/2006/relationships" id="2147483655" r:id="R48aa58a08ca340fb"/>
    <p:sldLayoutId xmlns:r="http://schemas.openxmlformats.org/officeDocument/2006/relationships" id="2147483656" r:id="Rdb117007de244140"/>
    <p:sldLayoutId xmlns:r="http://schemas.openxmlformats.org/officeDocument/2006/relationships" id="2147483657" r:id="R32ab36a8d5074475"/>
    <p:sldLayoutId xmlns:r="http://schemas.openxmlformats.org/officeDocument/2006/relationships" id="2147483658" r:id="R473b439f9f10413b"/>
    <p:sldLayoutId xmlns:r="http://schemas.openxmlformats.org/officeDocument/2006/relationships" id="2147483659" r:id="R18448040e4ed490e"/>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ed27e806006d4776" /><Relationship Type="http://schemas.openxmlformats.org/officeDocument/2006/relationships/notesSlide" Target="/ppt/notesSlides/notesSlide1.xml" Id="Rf331182beb4c4f24"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2d55bdfba54a492e" /><Relationship Type="http://schemas.openxmlformats.org/officeDocument/2006/relationships/notesSlide" Target="/ppt/notesSlides/notesSlide2.xml" Id="R01c8013acb7446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cc257639c70141e9" /><Relationship Type="http://schemas.openxmlformats.org/officeDocument/2006/relationships/notesSlide" Target="/ppt/notesSlides/notesSlide3.xml" Id="R95e7719e84af40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1ea7be0a7468469c" /><Relationship Type="http://schemas.openxmlformats.org/officeDocument/2006/relationships/notesSlide" Target="/ppt/notesSlides/notesSlide4.xml" Id="R5b25899d05184e11"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d0b97c05f0ec498c" /><Relationship Type="http://schemas.openxmlformats.org/officeDocument/2006/relationships/notesSlide" Target="/ppt/notesSlides/notesSlide5.xml" Id="R34d60ad3b5b545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e5e15815a40c4d9d" /><Relationship Type="http://schemas.openxmlformats.org/officeDocument/2006/relationships/notesSlide" Target="/ppt/notesSlides/notesSlide6.xml" Id="Rc54cff6705d343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0f2d0b69e6174802" /><Relationship Type="http://schemas.openxmlformats.org/officeDocument/2006/relationships/notesSlide" Target="/ppt/notesSlides/notesSlide7.xml" Id="R17847cd4a11e4c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04f63a811f2440de" /><Relationship Type="http://schemas.openxmlformats.org/officeDocument/2006/relationships/chart" Target="/ppt/slides/charts/chart1.xml" Id="Rbd6546637dfe4227" /><Relationship Type="http://schemas.openxmlformats.org/officeDocument/2006/relationships/notesSlide" Target="/ppt/notesSlides/notesSlide8.xml" Id="Rd75924b50b9346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ce103fb3bb494e20" /><Relationship Type="http://schemas.openxmlformats.org/officeDocument/2006/relationships/chart" Target="/ppt/slides/charts/chart2.xml" Id="Refb30a22078f4fb2" /><Relationship Type="http://schemas.openxmlformats.org/officeDocument/2006/relationships/notesSlide" Target="/ppt/notesSlides/notesSlide9.xml" Id="R940c673d6ebd456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599ef13657664d62" /><Relationship Type="http://schemas.openxmlformats.org/officeDocument/2006/relationships/notesSlide" Target="/ppt/notesSlides/notesSlide10.xml" Id="R0a53704a6344409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bd777a9031434f9c" /><Relationship Type="http://schemas.openxmlformats.org/officeDocument/2006/relationships/notesSlide" Target="/ppt/notesSlides/notesSlide11.xml" Id="Re1c3824e749045e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71c0f92f379b4784" /><Relationship Type="http://schemas.openxmlformats.org/officeDocument/2006/relationships/notesSlide" Target="/ppt/notesSlides/notesSlide12.xml" Id="R4c3e5d2796824f8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5d9110ddc874bb9" /><Relationship Type="http://schemas.openxmlformats.org/officeDocument/2006/relationships/notesSlide" Target="/ppt/notesSlides/notesSlide13.xml" Id="R2c33cb259d354f2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459e35e67304085" /><Relationship Type="http://schemas.openxmlformats.org/officeDocument/2006/relationships/notesSlide" Target="/ppt/notesSlides/notesSlide14.xml" Id="R3e7a5c14d3c941a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Baseline</c:v>
          </c:tx>
          <c:spPr>
            <a:ln xmlns:a="http://schemas.openxmlformats.org/drawingml/2006/main" w="28575">
              <a:solidFill>
                <a:srgbClr val="0F172A"/>
              </a:solidFill>
              <a:prstDash val="solid"/>
            </a:ln>
          </c:spPr>
          <c:marker>
            <c:symbol val="circle"/>
            <c:size val="5"/>
          </c:marker>
          <c:cat>
            <c:numRef>
              <c:f>'Chart Data'!$A$2:$A$16</c:f>
              <c:numCache>
                <c:formatCode>General</c:formatCode>
                <c:ptCount val="15"/>
                <c:pt idx="0">
                  <c:v>-10</c:v>
                </c:pt>
                <c:pt idx="1">
                  <c:v>-8</c:v>
                </c:pt>
                <c:pt idx="2">
                  <c:v>-6</c:v>
                </c:pt>
                <c:pt idx="3">
                  <c:v>-4</c:v>
                </c:pt>
                <c:pt idx="4">
                  <c:v>-2</c:v>
                </c:pt>
                <c:pt idx="5">
                  <c:v>0</c:v>
                </c:pt>
                <c:pt idx="6">
                  <c:v>2</c:v>
                </c:pt>
                <c:pt idx="7">
                  <c:v>4</c:v>
                </c:pt>
                <c:pt idx="8">
                  <c:v>6</c:v>
                </c:pt>
                <c:pt idx="9">
                  <c:v>8</c:v>
                </c:pt>
                <c:pt idx="10">
                  <c:v>10</c:v>
                </c:pt>
                <c:pt idx="11">
                  <c:v>12</c:v>
                </c:pt>
                <c:pt idx="12">
                  <c:v>14</c:v>
                </c:pt>
                <c:pt idx="13">
                  <c:v>16</c:v>
                </c:pt>
                <c:pt idx="14">
                  <c:v>18</c:v>
                </c:pt>
              </c:numCache>
            </c:numRef>
          </c:cat>
          <c:val>
            <c:numRef>
              <c:f>'Chart Data'!$B$2:$B$16</c:f>
              <c:numCache>
                <c:formatCode>0%</c:formatCode>
                <c:ptCount val="15"/>
                <c:pt idx="0">
                  <c:v>0.22047244</c:v>
                </c:pt>
                <c:pt idx="1">
                  <c:v>0.25862069</c:v>
                </c:pt>
                <c:pt idx="2">
                  <c:v>0.41747573</c:v>
                </c:pt>
                <c:pt idx="3">
                  <c:v>0.54032258</c:v>
                </c:pt>
                <c:pt idx="4">
                  <c:v>0.5785124</c:v>
                </c:pt>
                <c:pt idx="5">
                  <c:v>0.68253968</c:v>
                </c:pt>
                <c:pt idx="6">
                  <c:v>0.73737374</c:v>
                </c:pt>
                <c:pt idx="7">
                  <c:v>0.76119403</c:v>
                </c:pt>
                <c:pt idx="8">
                  <c:v>0.84615385</c:v>
                </c:pt>
                <c:pt idx="9">
                  <c:v>0.80327869</c:v>
                </c:pt>
                <c:pt idx="10">
                  <c:v>0.89344262</c:v>
                </c:pt>
                <c:pt idx="11">
                  <c:v>0.81818182</c:v>
                </c:pt>
                <c:pt idx="12">
                  <c:v>0.82644628</c:v>
                </c:pt>
                <c:pt idx="13">
                  <c:v>0.87804878</c:v>
                </c:pt>
                <c:pt idx="14">
                  <c:v>0.86725664</c:v>
                </c:pt>
              </c:numCache>
            </c:numRef>
          </c:val>
          <c:smooth val="0"/>
        </c:ser>
        <c:ser>
          <c:idx val="1"/>
          <c:order val="1"/>
          <c:tx>
            <c:v>Augmented</c:v>
          </c:tx>
          <c:spPr>
            <a:ln xmlns:a="http://schemas.openxmlformats.org/drawingml/2006/main" w="28575">
              <a:solidFill>
                <a:srgbClr val="0284C7"/>
              </a:solidFill>
              <a:prstDash val="solid"/>
            </a:ln>
          </c:spPr>
          <c:marker>
            <c:symbol val="square"/>
            <c:size val="5"/>
          </c:marker>
          <c:cat>
            <c:numRef>
              <c:f>'Chart Data'!$C$2:$C$16</c:f>
              <c:numCache>
                <c:formatCode>General</c:formatCode>
                <c:ptCount val="15"/>
                <c:pt idx="0">
                  <c:v>-10</c:v>
                </c:pt>
                <c:pt idx="1">
                  <c:v>-8</c:v>
                </c:pt>
                <c:pt idx="2">
                  <c:v>-6</c:v>
                </c:pt>
                <c:pt idx="3">
                  <c:v>-4</c:v>
                </c:pt>
                <c:pt idx="4">
                  <c:v>-2</c:v>
                </c:pt>
                <c:pt idx="5">
                  <c:v>0</c:v>
                </c:pt>
                <c:pt idx="6">
                  <c:v>2</c:v>
                </c:pt>
                <c:pt idx="7">
                  <c:v>4</c:v>
                </c:pt>
                <c:pt idx="8">
                  <c:v>6</c:v>
                </c:pt>
                <c:pt idx="9">
                  <c:v>8</c:v>
                </c:pt>
                <c:pt idx="10">
                  <c:v>10</c:v>
                </c:pt>
                <c:pt idx="11">
                  <c:v>12</c:v>
                </c:pt>
                <c:pt idx="12">
                  <c:v>14</c:v>
                </c:pt>
                <c:pt idx="13">
                  <c:v>16</c:v>
                </c:pt>
                <c:pt idx="14">
                  <c:v>18</c:v>
                </c:pt>
              </c:numCache>
            </c:numRef>
          </c:cat>
          <c:val>
            <c:numRef>
              <c:f>'Chart Data'!$D$2:$D$16</c:f>
              <c:numCache>
                <c:formatCode>0%</c:formatCode>
                <c:ptCount val="15"/>
                <c:pt idx="0">
                  <c:v>0.23622047</c:v>
                </c:pt>
                <c:pt idx="1">
                  <c:v>0.30172414</c:v>
                </c:pt>
                <c:pt idx="2">
                  <c:v>0.41747573</c:v>
                </c:pt>
                <c:pt idx="3">
                  <c:v>0.51612903</c:v>
                </c:pt>
                <c:pt idx="4">
                  <c:v>0.61157025</c:v>
                </c:pt>
                <c:pt idx="5">
                  <c:v>0.65079365</c:v>
                </c:pt>
                <c:pt idx="6">
                  <c:v>0.6969697</c:v>
                </c:pt>
                <c:pt idx="7">
                  <c:v>0.76119403</c:v>
                </c:pt>
                <c:pt idx="8">
                  <c:v>0.81196581</c:v>
                </c:pt>
                <c:pt idx="9">
                  <c:v>0.82786885</c:v>
                </c:pt>
                <c:pt idx="10">
                  <c:v>0.85245902</c:v>
                </c:pt>
                <c:pt idx="11">
                  <c:v>0.81060606</c:v>
                </c:pt>
                <c:pt idx="12">
                  <c:v>0.79338843</c:v>
                </c:pt>
                <c:pt idx="13">
                  <c:v>0.84552846</c:v>
                </c:pt>
                <c:pt idx="14">
                  <c:v>0.84070796</c:v>
                </c:pt>
              </c:numCache>
            </c:numRef>
          </c:val>
          <c:smooth val="0"/>
        </c:ser>
        <c:dLbls>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Inter"/>
                    <a:ea typeface="Inter"/>
                    <a:cs typeface="Inter"/>
                  </a:rPr>
                  <a:t>SNR (dB)</a:t>
                </a:r>
              </a:p>
            </c:rich>
          </c:tx>
          <c:overlay val="0"/>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Inter"/>
                <a:ea typeface="Inter"/>
                <a:cs typeface="Inter"/>
              </a:defRPr>
            </a:pPr>
          </a:p>
        </c:txPr>
        <c:crossAx val="48672768"/>
      </c:catAx>
      <c:valAx>
        <c:axId val="48672768"/>
        <c:scaling>
          <c:orientation val="minMax"/>
          <c:max val="1"/>
          <c:min val="0"/>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a:latin typeface="Inter"/>
                    <a:ea typeface="Inter"/>
                    <a:cs typeface="Inter"/>
                  </a:rPr>
                  <a:t>Accuracy</a:t>
                </a:r>
              </a:p>
            </c:rich>
          </c:tx>
          <c:overlay val="0"/>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Inter"/>
                <a:ea typeface="Inter"/>
                <a:cs typeface="Inter"/>
              </a:defRPr>
            </a:pPr>
          </a:p>
        </c:txPr>
        <c:crossAx val="48650112"/>
        <c:crossBetween val="between"/>
        <c:majorUnit val="0.2"/>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Inter"/>
              <a:ea typeface="Inter"/>
              <a:cs typeface="Inter"/>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Baseline</c:v>
          </c:tx>
          <c:spPr>
            <a:ln xmlns:a="http://schemas.openxmlformats.org/drawingml/2006/main" w="28575">
              <a:solidFill>
                <a:srgbClr val="0F172A"/>
              </a:solidFill>
              <a:prstDash val="solid"/>
            </a:ln>
          </c:spPr>
          <c:marker>
            <c:symbol val="circle"/>
            <c:size val="5"/>
          </c:marker>
          <c:cat>
            <c:numRef>
              <c:f>'Chart Data'!$A$2:$A$16</c:f>
              <c:numCache>
                <c:formatCode>General</c:formatCode>
                <c:ptCount val="15"/>
                <c:pt idx="0">
                  <c:v>-10</c:v>
                </c:pt>
                <c:pt idx="1">
                  <c:v>-8</c:v>
                </c:pt>
                <c:pt idx="2">
                  <c:v>-6</c:v>
                </c:pt>
                <c:pt idx="3">
                  <c:v>-4</c:v>
                </c:pt>
                <c:pt idx="4">
                  <c:v>-2</c:v>
                </c:pt>
                <c:pt idx="5">
                  <c:v>0</c:v>
                </c:pt>
                <c:pt idx="6">
                  <c:v>2</c:v>
                </c:pt>
                <c:pt idx="7">
                  <c:v>4</c:v>
                </c:pt>
                <c:pt idx="8">
                  <c:v>6</c:v>
                </c:pt>
                <c:pt idx="9">
                  <c:v>8</c:v>
                </c:pt>
                <c:pt idx="10">
                  <c:v>10</c:v>
                </c:pt>
                <c:pt idx="11">
                  <c:v>12</c:v>
                </c:pt>
                <c:pt idx="12">
                  <c:v>14</c:v>
                </c:pt>
                <c:pt idx="13">
                  <c:v>16</c:v>
                </c:pt>
                <c:pt idx="14">
                  <c:v>18</c:v>
                </c:pt>
              </c:numCache>
            </c:numRef>
          </c:cat>
          <c:val>
            <c:numRef>
              <c:f>'Chart Data'!$B$2:$B$16</c:f>
              <c:numCache>
                <c:formatCode>0%</c:formatCode>
                <c:ptCount val="15"/>
                <c:pt idx="0">
                  <c:v>0.20801864</c:v>
                </c:pt>
                <c:pt idx="1">
                  <c:v>0.25283266</c:v>
                </c:pt>
                <c:pt idx="2">
                  <c:v>0.37812591</c:v>
                </c:pt>
                <c:pt idx="3">
                  <c:v>0.50620967</c:v>
                </c:pt>
                <c:pt idx="4">
                  <c:v>0.52283053</c:v>
                </c:pt>
                <c:pt idx="5">
                  <c:v>0.6899231</c:v>
                </c:pt>
                <c:pt idx="6">
                  <c:v>0.70352171</c:v>
                </c:pt>
                <c:pt idx="7">
                  <c:v>0.73924312</c:v>
                </c:pt>
                <c:pt idx="8">
                  <c:v>0.8059333</c:v>
                </c:pt>
                <c:pt idx="9">
                  <c:v>0.806814</c:v>
                </c:pt>
                <c:pt idx="10">
                  <c:v>0.88130664</c:v>
                </c:pt>
                <c:pt idx="11">
                  <c:v>0.81606473</c:v>
                </c:pt>
                <c:pt idx="12">
                  <c:v>0.83121007</c:v>
                </c:pt>
                <c:pt idx="13">
                  <c:v>0.84620713</c:v>
                </c:pt>
                <c:pt idx="14">
                  <c:v>0.85207885</c:v>
                </c:pt>
              </c:numCache>
            </c:numRef>
          </c:val>
          <c:smooth val="0"/>
        </c:ser>
        <c:ser>
          <c:idx val="1"/>
          <c:order val="1"/>
          <c:tx>
            <c:v>Augmented</c:v>
          </c:tx>
          <c:spPr>
            <a:ln xmlns:a="http://schemas.openxmlformats.org/drawingml/2006/main" w="28575">
              <a:solidFill>
                <a:srgbClr val="0284C7"/>
              </a:solidFill>
              <a:prstDash val="solid"/>
            </a:ln>
          </c:spPr>
          <c:marker>
            <c:symbol val="square"/>
            <c:size val="5"/>
          </c:marker>
          <c:cat>
            <c:numRef>
              <c:f>'Chart Data'!$C$2:$C$16</c:f>
              <c:numCache>
                <c:formatCode>General</c:formatCode>
                <c:ptCount val="15"/>
                <c:pt idx="0">
                  <c:v>-10</c:v>
                </c:pt>
                <c:pt idx="1">
                  <c:v>-8</c:v>
                </c:pt>
                <c:pt idx="2">
                  <c:v>-6</c:v>
                </c:pt>
                <c:pt idx="3">
                  <c:v>-4</c:v>
                </c:pt>
                <c:pt idx="4">
                  <c:v>-2</c:v>
                </c:pt>
                <c:pt idx="5">
                  <c:v>0</c:v>
                </c:pt>
                <c:pt idx="6">
                  <c:v>2</c:v>
                </c:pt>
                <c:pt idx="7">
                  <c:v>4</c:v>
                </c:pt>
                <c:pt idx="8">
                  <c:v>6</c:v>
                </c:pt>
                <c:pt idx="9">
                  <c:v>8</c:v>
                </c:pt>
                <c:pt idx="10">
                  <c:v>10</c:v>
                </c:pt>
                <c:pt idx="11">
                  <c:v>12</c:v>
                </c:pt>
                <c:pt idx="12">
                  <c:v>14</c:v>
                </c:pt>
                <c:pt idx="13">
                  <c:v>16</c:v>
                </c:pt>
                <c:pt idx="14">
                  <c:v>18</c:v>
                </c:pt>
              </c:numCache>
            </c:numRef>
          </c:cat>
          <c:val>
            <c:numRef>
              <c:f>'Chart Data'!$D$2:$D$16</c:f>
              <c:numCache>
                <c:formatCode>0%</c:formatCode>
                <c:ptCount val="15"/>
                <c:pt idx="0">
                  <c:v>0.21125236</c:v>
                </c:pt>
                <c:pt idx="1">
                  <c:v>0.29091047</c:v>
                </c:pt>
                <c:pt idx="2">
                  <c:v>0.34725905</c:v>
                </c:pt>
                <c:pt idx="3">
                  <c:v>0.49059992</c:v>
                </c:pt>
                <c:pt idx="4">
                  <c:v>0.55532922</c:v>
                </c:pt>
                <c:pt idx="5">
                  <c:v>0.63368852</c:v>
                </c:pt>
                <c:pt idx="6">
                  <c:v>0.67875523</c:v>
                </c:pt>
                <c:pt idx="7">
                  <c:v>0.76192511</c:v>
                </c:pt>
                <c:pt idx="8">
                  <c:v>0.78039883</c:v>
                </c:pt>
                <c:pt idx="9">
                  <c:v>0.84115971</c:v>
                </c:pt>
                <c:pt idx="10">
                  <c:v>0.83921853</c:v>
                </c:pt>
                <c:pt idx="11">
                  <c:v>0.82192802</c:v>
                </c:pt>
                <c:pt idx="12">
                  <c:v>0.80053241</c:v>
                </c:pt>
                <c:pt idx="13">
                  <c:v>0.83441558</c:v>
                </c:pt>
                <c:pt idx="14">
                  <c:v>0.84532428</c:v>
                </c:pt>
              </c:numCache>
            </c:numRef>
          </c:val>
          <c:smooth val="0"/>
        </c:ser>
        <c:dLbls>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Inter"/>
                    <a:ea typeface="Inter"/>
                    <a:cs typeface="Inter"/>
                  </a:rPr>
                  <a:t>SNR (dB)</a:t>
                </a:r>
              </a:p>
            </c:rich>
          </c:tx>
          <c:overlay val="0"/>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Inter"/>
                <a:ea typeface="Inter"/>
                <a:cs typeface="Inter"/>
              </a:defRPr>
            </a:pPr>
          </a:p>
        </c:txPr>
        <c:crossAx val="48672768"/>
      </c:catAx>
      <c:valAx>
        <c:axId val="48672768"/>
        <c:scaling>
          <c:orientation val="minMax"/>
          <c:max val="1"/>
          <c:min val="0"/>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a:latin typeface="Inter"/>
                    <a:ea typeface="Inter"/>
                    <a:cs typeface="Inter"/>
                  </a:rPr>
                  <a:t>Macro-F1</a:t>
                </a:r>
              </a:p>
            </c:rich>
          </c:tx>
          <c:overlay val="0"/>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66666"/>
                </a:solidFill>
                <a:latin typeface="Inter"/>
                <a:ea typeface="Inter"/>
                <a:cs typeface="Inter"/>
              </a:defRPr>
            </a:pPr>
          </a:p>
        </c:txPr>
        <c:crossAx val="48650112"/>
        <c:crossBetween val="between"/>
        <c:majorUnit val="0.2"/>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Inter"/>
              <a:ea typeface="Inter"/>
              <a:cs typeface="Inter"/>
            </a:defRPr>
          </a:pPr>
        </a:p>
      </c:txPr>
    </c:legend>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ounded Rectangle 1">
            <a:extLst xmlns:a="http://schemas.openxmlformats.org/drawingml/2006/main">
              <a:ext uri="{FF2B5EF4-FFF2-40B4-BE49-F238E27FC236}">
                <a16:creationId xmlns:a16="http://schemas.microsoft.com/office/drawing/2014/main" id="{17D38873-3A16-4590-A3D8-50BBB4925F80}"/>
              </a:ext>
            </a:extLst>
          </p:cNvPr>
          <p:cNvSpPr>
            <a:spLocks xmlns:a="http://schemas.openxmlformats.org/drawingml/2006/main" noGrp="1"/>
          </p:cNvSpPr>
          <p:nvPr/>
        </p:nvSpPr>
        <p:spPr>
          <a:xfrm xmlns:a="http://schemas.openxmlformats.org/drawingml/2006/main">
            <a:off x="731520" y="1371600"/>
            <a:ext cx="137160" cy="4297680"/>
          </a:xfrm>
          <a:prstGeom xmlns:a="http://schemas.openxmlformats.org/drawingml/2006/main" prst="roundRect">
            <a:avLst>
              <a:gd name="adj" fmla="val 4000"/>
            </a:avLst>
          </a:prstGeom>
          <a:solidFill xmlns:a="http://schemas.openxmlformats.org/drawingml/2006/main">
            <a:srgbClr val="0284C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ounded Rectangle 2">
            <a:extLst xmlns:a="http://schemas.openxmlformats.org/drawingml/2006/main">
              <a:ext uri="{FF2B5EF4-FFF2-40B4-BE49-F238E27FC236}">
                <a16:creationId xmlns:a16="http://schemas.microsoft.com/office/drawing/2014/main" id="{B8A6F03D-A438-4643-BC62-04BC42C0E224}"/>
              </a:ext>
            </a:extLst>
          </p:cNvPr>
          <p:cNvSpPr>
            <a:spLocks xmlns:a="http://schemas.openxmlformats.org/drawingml/2006/main" noGrp="1"/>
          </p:cNvSpPr>
          <p:nvPr/>
        </p:nvSpPr>
        <p:spPr>
          <a:xfrm xmlns:a="http://schemas.openxmlformats.org/drawingml/2006/main">
            <a:off x="1051560" y="1371600"/>
            <a:ext cx="5303520" cy="402336"/>
          </a:xfrm>
          <a:prstGeom xmlns:a="http://schemas.openxmlformats.org/drawingml/2006/main" prst="roundRect">
            <a:avLst>
              <a:gd name="adj" fmla="val 4000"/>
            </a:avLst>
          </a:prstGeom>
          <a:solidFill xmlns:a="http://schemas.openxmlformats.org/drawingml/2006/main">
            <a:srgbClr val="256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BE22156F-73BE-41E5-A344-6BE81FC1AA7D}"/>
              </a:ext>
            </a:extLst>
          </p:cNvPr>
          <p:cNvSpPr>
            <a:spLocks xmlns:a="http://schemas.openxmlformats.org/drawingml/2006/main" noGrp="1"/>
          </p:cNvSpPr>
          <p:nvPr/>
        </p:nvSpPr>
        <p:spPr>
          <a:xfrm xmlns:a="http://schemas.openxmlformats.org/drawingml/2006/main">
            <a:off x="1115568" y="1399032"/>
            <a:ext cx="5212080" cy="3657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200" b="1">
                <a:solidFill>
                  <a:srgbClr val="FFFFFF"/>
                </a:solidFill>
                <a:latin typeface="Manrope"/>
                <a:ea typeface="Manrope"/>
                <a:cs typeface="Manrope"/>
              </a:rPr>
              <a:t>EE136IU • CAPSTONE MINI-PROJECT DEFENSE</a:t>
            </a:r>
          </a:p>
        </p:txBody>
      </p:sp>
      <p:sp>
        <p:nvSpPr>
          <p:cNvPr id="5" name="TextBox 4">
            <a:extLst xmlns:a="http://schemas.openxmlformats.org/drawingml/2006/main">
              <a:ext uri="{FF2B5EF4-FFF2-40B4-BE49-F238E27FC236}">
                <a16:creationId xmlns:a16="http://schemas.microsoft.com/office/drawing/2014/main" id="{F8A5CDFE-29B4-4775-8929-4EACB215E0F6}"/>
              </a:ext>
            </a:extLst>
          </p:cNvPr>
          <p:cNvSpPr>
            <a:spLocks xmlns:a="http://schemas.openxmlformats.org/drawingml/2006/main" noGrp="1"/>
          </p:cNvSpPr>
          <p:nvPr/>
        </p:nvSpPr>
        <p:spPr>
          <a:xfrm xmlns:a="http://schemas.openxmlformats.org/drawingml/2006/main">
            <a:off x="1051560" y="1920240"/>
            <a:ext cx="10058400" cy="1554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400"/>
              </a:spcAft>
              <a:buNone/>
            </a:pPr>
            <a:r>
              <a:rPr sz="3200" b="1">
                <a:solidFill>
                  <a:srgbClr val="0F172A"/>
                </a:solidFill>
                <a:latin typeface="Manrope"/>
                <a:ea typeface="Manrope"/>
                <a:cs typeface="Manrope"/>
              </a:rPr>
              <a:t>TOPIC 04: Data Augmentation &amp;</a:t>
            </a:r>
          </a:p>
          <a:p xmlns:a="http://schemas.openxmlformats.org/drawingml/2006/main">
            <a:r>
              <a:rPr sz="3200" b="1">
                <a:solidFill>
                  <a:srgbClr val="0F172A"/>
                </a:solidFill>
                <a:latin typeface="Manrope"/>
                <a:ea typeface="Manrope"/>
                <a:cs typeface="Manrope"/>
              </a:rPr>
              <a:t>Noise Resilience for Low-SNR</a:t>
            </a:r>
          </a:p>
        </p:txBody>
      </p:sp>
      <p:sp>
        <p:nvSpPr>
          <p:cNvPr id="6" name="TextBox 5">
            <a:extLst xmlns:a="http://schemas.openxmlformats.org/drawingml/2006/main">
              <a:ext uri="{FF2B5EF4-FFF2-40B4-BE49-F238E27FC236}">
                <a16:creationId xmlns:a16="http://schemas.microsoft.com/office/drawing/2014/main" id="{143A3305-132E-48D1-B06C-1E6D4EDC66ED}"/>
              </a:ext>
            </a:extLst>
          </p:cNvPr>
          <p:cNvSpPr>
            <a:spLocks xmlns:a="http://schemas.openxmlformats.org/drawingml/2006/main" noGrp="1"/>
          </p:cNvSpPr>
          <p:nvPr/>
        </p:nvSpPr>
        <p:spPr>
          <a:xfrm xmlns:a="http://schemas.openxmlformats.org/drawingml/2006/main">
            <a:off x="1051560" y="3584448"/>
            <a:ext cx="5858192" cy="40005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defPPr>
              <a:defRPr sz="2025">
                <a:solidFill>
                  <a:srgbClr val="0284C7"/>
                </a:solidFill>
                <a:latin typeface="Inter"/>
                <a:ea typeface="Inter"/>
                <a:cs typeface="Inter"/>
              </a:defRPr>
            </a:defPPr>
            <a:lvl1pPr>
              <a:defRPr sz="2025">
                <a:solidFill>
                  <a:srgbClr val="0284C7"/>
                </a:solidFill>
                <a:latin typeface="Inter"/>
                <a:ea typeface="Inter"/>
                <a:cs typeface="Inter"/>
              </a:defRPr>
            </a:lvl1pPr>
            <a:lvl2pPr>
              <a:defRPr sz="2025">
                <a:solidFill>
                  <a:srgbClr val="0284C7"/>
                </a:solidFill>
                <a:latin typeface="Inter"/>
                <a:ea typeface="Inter"/>
                <a:cs typeface="Inter"/>
              </a:defRPr>
            </a:lvl2pPr>
            <a:lvl3pPr>
              <a:defRPr sz="2025">
                <a:solidFill>
                  <a:srgbClr val="0284C7"/>
                </a:solidFill>
                <a:latin typeface="Inter"/>
                <a:ea typeface="Inter"/>
                <a:cs typeface="Inter"/>
              </a:defRPr>
            </a:lvl3pPr>
            <a:lvl4pPr>
              <a:defRPr sz="2025">
                <a:solidFill>
                  <a:srgbClr val="0284C7"/>
                </a:solidFill>
                <a:latin typeface="Inter"/>
                <a:ea typeface="Inter"/>
                <a:cs typeface="Inter"/>
              </a:defRPr>
            </a:lvl4pPr>
            <a:lvl5pPr>
              <a:defRPr sz="2025">
                <a:solidFill>
                  <a:srgbClr val="0284C7"/>
                </a:solidFill>
                <a:latin typeface="Inter"/>
                <a:ea typeface="Inter"/>
                <a:cs typeface="Inter"/>
              </a:defRPr>
            </a:lvl5pPr>
            <a:lvl6pPr>
              <a:defRPr sz="2025">
                <a:solidFill>
                  <a:srgbClr val="0284C7"/>
                </a:solidFill>
                <a:latin typeface="Inter"/>
                <a:ea typeface="Inter"/>
                <a:cs typeface="Inter"/>
              </a:defRPr>
            </a:lvl6pPr>
            <a:lvl7pPr>
              <a:defRPr sz="2025">
                <a:solidFill>
                  <a:srgbClr val="0284C7"/>
                </a:solidFill>
                <a:latin typeface="Inter"/>
                <a:ea typeface="Inter"/>
                <a:cs typeface="Inter"/>
              </a:defRPr>
            </a:lvl7pPr>
            <a:lvl8pPr>
              <a:defRPr sz="2025">
                <a:solidFill>
                  <a:srgbClr val="0284C7"/>
                </a:solidFill>
                <a:latin typeface="Inter"/>
                <a:ea typeface="Inter"/>
                <a:cs typeface="Inter"/>
              </a:defRPr>
            </a:lvl8pPr>
            <a:lvl9pPr>
              <a:defRPr sz="2025">
                <a:solidFill>
                  <a:srgbClr val="0284C7"/>
                </a:solidFill>
                <a:latin typeface="Inter"/>
                <a:ea typeface="Inter"/>
                <a:cs typeface="Inter"/>
              </a:defRPr>
            </a:lvl9pPr>
          </a:lstStyle>
          <a:p xmlns:a="http://schemas.openxmlformats.org/drawingml/2006/main">
            <a:pPr>
              <a:defRPr sz="2025">
                <a:solidFill>
                  <a:srgbClr val="0284C7"/>
                </a:solidFill>
                <a:latin typeface="Inter"/>
                <a:ea typeface="Inter"/>
                <a:cs typeface="Inter"/>
              </a:defRPr>
            </a:pPr>
            <a:r>
              <a:rPr sz="2025" b="0">
                <a:solidFill>
                  <a:srgbClr val="0284C7"/>
                </a:solidFill>
                <a:latin typeface="Inter"/>
                <a:ea typeface="Inter"/>
                <a:cs typeface="Inter"/>
              </a:rPr>
              <a:t>Target: −10 to +2 dB     Evaluation: −10 to +18 dB</a:t>
            </a:r>
          </a:p>
        </p:txBody>
      </p:sp>
      <p:sp>
        <p:nvSpPr>
          <p:cNvPr id="9" name="Rectangle 8">
            <a:extLst xmlns:a="http://schemas.openxmlformats.org/drawingml/2006/main">
              <a:ext uri="{FF2B5EF4-FFF2-40B4-BE49-F238E27FC236}">
                <a16:creationId xmlns:a16="http://schemas.microsoft.com/office/drawing/2014/main" id="{BDE8D86D-9323-4B33-B428-55F06C03631E}"/>
              </a:ext>
            </a:extLst>
          </p:cNvPr>
          <p:cNvSpPr>
            <a:spLocks xmlns:a="http://schemas.openxmlformats.org/drawingml/2006/main" noGrp="1"/>
          </p:cNvSpPr>
          <p:nvPr/>
        </p:nvSpPr>
        <p:spPr>
          <a:xfrm xmlns:a="http://schemas.openxmlformats.org/drawingml/2006/main">
            <a:off x="731520" y="6035040"/>
            <a:ext cx="10725912" cy="9144"/>
          </a:xfrm>
          <a:prstGeom xmlns:a="http://schemas.openxmlformats.org/drawingml/2006/main" prst="rect">
            <a:avLst/>
          </a:prstGeom>
          <a:solidFill xmlns:a="http://schemas.openxmlformats.org/drawingml/2006/main">
            <a:srgbClr val="E2E8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6E881E3F-36C0-490F-A1A1-B6C226E2B849}"/>
              </a:ext>
            </a:extLst>
          </p:cNvPr>
          <p:cNvSpPr>
            <a:spLocks xmlns:a="http://schemas.openxmlformats.org/drawingml/2006/main" noGrp="1"/>
          </p:cNvSpPr>
          <p:nvPr/>
        </p:nvSpPr>
        <p:spPr>
          <a:xfrm xmlns:a="http://schemas.openxmlformats.org/drawingml/2006/main">
            <a:off x="731520" y="6144768"/>
            <a:ext cx="7772400" cy="3200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900" b="0">
                <a:solidFill>
                  <a:srgbClr val="94A3B8"/>
                </a:solidFill>
                <a:latin typeface="Inter"/>
                <a:ea typeface="Inter"/>
                <a:cs typeface="Inter"/>
              </a:rPr>
              <a:t>EE136: Machine Learning for Wireless Communications | Capstone Mini-Project Brief</a:t>
            </a:r>
          </a:p>
        </p:txBody>
      </p:sp>
      <p:sp>
        <p:nvSpPr>
          <p:cNvPr id="11" name="TextBox 10">
            <a:extLst xmlns:a="http://schemas.openxmlformats.org/drawingml/2006/main">
              <a:ext uri="{FF2B5EF4-FFF2-40B4-BE49-F238E27FC236}">
                <a16:creationId xmlns:a16="http://schemas.microsoft.com/office/drawing/2014/main" id="{7EE126E4-E57B-4B24-8961-8E169BE3DD41}"/>
              </a:ext>
            </a:extLst>
          </p:cNvPr>
          <p:cNvSpPr>
            <a:spLocks xmlns:a="http://schemas.openxmlformats.org/drawingml/2006/main" noGrp="1"/>
          </p:cNvSpPr>
          <p:nvPr/>
        </p:nvSpPr>
        <p:spPr>
          <a:xfrm xmlns:a="http://schemas.openxmlformats.org/drawingml/2006/main">
            <a:off x="9601200" y="6144768"/>
            <a:ext cx="817880" cy="2286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900" b="0">
                <a:solidFill>
                  <a:srgbClr val="94A3B8"/>
                </a:solidFill>
                <a:latin typeface="Inter"/>
                <a:ea typeface="Inter"/>
                <a:cs typeface="Inter"/>
              </a:rPr>
              <a:t>Slide 1 of 14</a:t>
            </a:r>
          </a:p>
        </p:txBody>
      </p:sp>
      <p:sp>
        <p:nvSpPr>
          <p:cNvPr id="12" name="">
            <a:extLst xmlns:a="http://schemas.openxmlformats.org/drawingml/2006/main">
              <a:ext uri="{FF2B5EF4-FFF2-40B4-BE49-F238E27FC236}">
                <a16:creationId xmlns:a16="http://schemas.microsoft.com/office/drawing/2014/main" id="{7A2FC129-5F25-496B-B73A-593A99474E9D}"/>
              </a:ext>
            </a:extLst>
          </p:cNvPr>
          <p:cNvSpPr>
            <a:spLocks xmlns:a="http://schemas.openxmlformats.org/drawingml/2006/main" noGrp="1"/>
          </p:cNvSpPr>
          <p:nvPr/>
        </p:nvSpPr>
        <p:spPr>
          <a:xfrm xmlns:a="http://schemas.openxmlformats.org/drawingml/2006/main">
            <a:off x="1047750" y="4248150"/>
            <a:ext cx="10058400" cy="1485900"/>
          </a:xfrm>
          <a:prstGeom xmlns:a="http://schemas.openxmlformats.org/drawingml/2006/main" prst="roundRect">
            <a:avLst>
              <a:gd name="adj" fmla="val 3846"/>
            </a:avLst>
          </a:prstGeom>
          <a:solidFill xmlns:a="http://schemas.openxmlformats.org/drawingml/2006/main">
            <a:srgbClr val="F8FAFC"/>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898AF3DF-AE4F-43F6-9D76-632B75B817CA}"/>
              </a:ext>
            </a:extLst>
          </p:cNvPr>
          <p:cNvSpPr>
            <a:spLocks xmlns:a="http://schemas.openxmlformats.org/drawingml/2006/main" noGrp="1"/>
          </p:cNvSpPr>
          <p:nvPr/>
        </p:nvSpPr>
        <p:spPr>
          <a:xfrm xmlns:a="http://schemas.openxmlformats.org/drawingml/2006/main">
            <a:off x="1276350" y="4438650"/>
            <a:ext cx="9601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284C7"/>
                </a:solidFill>
                <a:latin typeface="Manrope"/>
                <a:ea typeface="Manrope"/>
                <a:cs typeface="Manrope"/>
              </a:defRPr>
            </a:defPPr>
            <a:lvl1pPr>
              <a:defRPr sz="2025" b="1">
                <a:solidFill>
                  <a:srgbClr val="0284C7"/>
                </a:solidFill>
                <a:latin typeface="Manrope"/>
                <a:ea typeface="Manrope"/>
                <a:cs typeface="Manrope"/>
              </a:defRPr>
            </a:lvl1pPr>
            <a:lvl2pPr>
              <a:defRPr sz="2025" b="1">
                <a:solidFill>
                  <a:srgbClr val="0284C7"/>
                </a:solidFill>
                <a:latin typeface="Manrope"/>
                <a:ea typeface="Manrope"/>
                <a:cs typeface="Manrope"/>
              </a:defRPr>
            </a:lvl2pPr>
            <a:lvl3pPr>
              <a:defRPr sz="2025" b="1">
                <a:solidFill>
                  <a:srgbClr val="0284C7"/>
                </a:solidFill>
                <a:latin typeface="Manrope"/>
                <a:ea typeface="Manrope"/>
                <a:cs typeface="Manrope"/>
              </a:defRPr>
            </a:lvl3pPr>
            <a:lvl4pPr>
              <a:defRPr sz="2025" b="1">
                <a:solidFill>
                  <a:srgbClr val="0284C7"/>
                </a:solidFill>
                <a:latin typeface="Manrope"/>
                <a:ea typeface="Manrope"/>
                <a:cs typeface="Manrope"/>
              </a:defRPr>
            </a:lvl4pPr>
            <a:lvl5pPr>
              <a:defRPr sz="2025" b="1">
                <a:solidFill>
                  <a:srgbClr val="0284C7"/>
                </a:solidFill>
                <a:latin typeface="Manrope"/>
                <a:ea typeface="Manrope"/>
                <a:cs typeface="Manrope"/>
              </a:defRPr>
            </a:lvl5pPr>
            <a:lvl6pPr>
              <a:defRPr sz="2025" b="1">
                <a:solidFill>
                  <a:srgbClr val="0284C7"/>
                </a:solidFill>
                <a:latin typeface="Manrope"/>
                <a:ea typeface="Manrope"/>
                <a:cs typeface="Manrope"/>
              </a:defRPr>
            </a:lvl6pPr>
            <a:lvl7pPr>
              <a:defRPr sz="2025" b="1">
                <a:solidFill>
                  <a:srgbClr val="0284C7"/>
                </a:solidFill>
                <a:latin typeface="Manrope"/>
                <a:ea typeface="Manrope"/>
                <a:cs typeface="Manrope"/>
              </a:defRPr>
            </a:lvl7pPr>
            <a:lvl8pPr>
              <a:defRPr sz="2025" b="1">
                <a:solidFill>
                  <a:srgbClr val="0284C7"/>
                </a:solidFill>
                <a:latin typeface="Manrope"/>
                <a:ea typeface="Manrope"/>
                <a:cs typeface="Manrope"/>
              </a:defRPr>
            </a:lvl8pPr>
            <a:lvl9pPr>
              <a:defRPr sz="2025" b="1">
                <a:solidFill>
                  <a:srgbClr val="0284C7"/>
                </a:solidFill>
                <a:latin typeface="Manrope"/>
                <a:ea typeface="Manrope"/>
                <a:cs typeface="Manrope"/>
              </a:defRPr>
            </a:lvl9pPr>
          </a:lstStyle>
          <a:p xmlns:a="http://schemas.openxmlformats.org/drawingml/2006/main">
            <a:pPr>
              <a:defRPr sz="2025" b="1">
                <a:solidFill>
                  <a:srgbClr val="0284C7"/>
                </a:solidFill>
                <a:latin typeface="Manrope"/>
                <a:ea typeface="Manrope"/>
                <a:cs typeface="Manrope"/>
              </a:defRPr>
            </a:pPr>
            <a:r>
              <a:rPr sz="2025" b="1">
                <a:solidFill>
                  <a:srgbClr val="0284C7"/>
                </a:solidFill>
                <a:latin typeface="Manrope"/>
                <a:ea typeface="Manrope"/>
                <a:cs typeface="Manrope"/>
              </a:rPr>
              <a:t>Speaking roles</a:t>
            </a:r>
          </a:p>
        </p:txBody>
      </p:sp>
      <p:sp>
        <p:nvSpPr>
          <p:cNvPr id="14" name="">
            <a:extLst xmlns:a="http://schemas.openxmlformats.org/drawingml/2006/main">
              <a:ext uri="{FF2B5EF4-FFF2-40B4-BE49-F238E27FC236}">
                <a16:creationId xmlns:a16="http://schemas.microsoft.com/office/drawing/2014/main" id="{91A40145-846A-433C-BE4B-C33ED394EA2B}"/>
              </a:ext>
            </a:extLst>
          </p:cNvPr>
          <p:cNvSpPr>
            <a:spLocks xmlns:a="http://schemas.openxmlformats.org/drawingml/2006/main" noGrp="1"/>
          </p:cNvSpPr>
          <p:nvPr/>
        </p:nvSpPr>
        <p:spPr>
          <a:xfrm xmlns:a="http://schemas.openxmlformats.org/drawingml/2006/main">
            <a:off x="1276350" y="4991100"/>
            <a:ext cx="9601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0F172A"/>
                </a:solidFill>
                <a:latin typeface="Inter"/>
                <a:ea typeface="Inter"/>
                <a:cs typeface="Inter"/>
              </a:defRPr>
            </a:defPPr>
            <a:lvl1pPr>
              <a:defRPr sz="1950" b="0">
                <a:solidFill>
                  <a:srgbClr val="0F172A"/>
                </a:solidFill>
                <a:latin typeface="Inter"/>
                <a:ea typeface="Inter"/>
                <a:cs typeface="Inter"/>
              </a:defRPr>
            </a:lvl1pPr>
            <a:lvl2pPr>
              <a:defRPr sz="1950" b="0">
                <a:solidFill>
                  <a:srgbClr val="0F172A"/>
                </a:solidFill>
                <a:latin typeface="Inter"/>
                <a:ea typeface="Inter"/>
                <a:cs typeface="Inter"/>
              </a:defRPr>
            </a:lvl2pPr>
            <a:lvl3pPr>
              <a:defRPr sz="1950" b="0">
                <a:solidFill>
                  <a:srgbClr val="0F172A"/>
                </a:solidFill>
                <a:latin typeface="Inter"/>
                <a:ea typeface="Inter"/>
                <a:cs typeface="Inter"/>
              </a:defRPr>
            </a:lvl3pPr>
            <a:lvl4pPr>
              <a:defRPr sz="1950" b="0">
                <a:solidFill>
                  <a:srgbClr val="0F172A"/>
                </a:solidFill>
                <a:latin typeface="Inter"/>
                <a:ea typeface="Inter"/>
                <a:cs typeface="Inter"/>
              </a:defRPr>
            </a:lvl4pPr>
            <a:lvl5pPr>
              <a:defRPr sz="1950" b="0">
                <a:solidFill>
                  <a:srgbClr val="0F172A"/>
                </a:solidFill>
                <a:latin typeface="Inter"/>
                <a:ea typeface="Inter"/>
                <a:cs typeface="Inter"/>
              </a:defRPr>
            </a:lvl5pPr>
            <a:lvl6pPr>
              <a:defRPr sz="1950" b="0">
                <a:solidFill>
                  <a:srgbClr val="0F172A"/>
                </a:solidFill>
                <a:latin typeface="Inter"/>
                <a:ea typeface="Inter"/>
                <a:cs typeface="Inter"/>
              </a:defRPr>
            </a:lvl6pPr>
            <a:lvl7pPr>
              <a:defRPr sz="1950" b="0">
                <a:solidFill>
                  <a:srgbClr val="0F172A"/>
                </a:solidFill>
                <a:latin typeface="Inter"/>
                <a:ea typeface="Inter"/>
                <a:cs typeface="Inter"/>
              </a:defRPr>
            </a:lvl7pPr>
            <a:lvl8pPr>
              <a:defRPr sz="1950" b="0">
                <a:solidFill>
                  <a:srgbClr val="0F172A"/>
                </a:solidFill>
                <a:latin typeface="Inter"/>
                <a:ea typeface="Inter"/>
                <a:cs typeface="Inter"/>
              </a:defRPr>
            </a:lvl8pPr>
            <a:lvl9pPr>
              <a:defRPr sz="1950" b="0">
                <a:solidFill>
                  <a:srgbClr val="0F172A"/>
                </a:solidFill>
                <a:latin typeface="Inter"/>
                <a:ea typeface="Inter"/>
                <a:cs typeface="Inter"/>
              </a:defRPr>
            </a:lvl9pPr>
          </a:lstStyle>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Member 1: signal model and data     Member 2: augmentation and CNN</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Member 3: evaluation and live demo</a:t>
            </a:r>
          </a:p>
        </p:txBody>
      </p:sp>
    </p:spTree>
    <p:extLst>
      <p:ext uri="{BB962C8B-B14F-4D97-AF65-F5344CB8AC3E}">
        <p14:creationId xmlns:p14="http://schemas.microsoft.com/office/powerpoint/2010/main" val="132613548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ounded Rectangle 1">
            <a:extLst xmlns:a="http://schemas.openxmlformats.org/drawingml/2006/main">
              <a:ext uri="{FF2B5EF4-FFF2-40B4-BE49-F238E27FC236}">
                <a16:creationId xmlns:a16="http://schemas.microsoft.com/office/drawing/2014/main" id="{8195A9A3-6201-4B05-99D6-D2C4648DDF16}"/>
              </a:ext>
            </a:extLst>
          </p:cNvPr>
          <p:cNvSpPr>
            <a:spLocks xmlns:a="http://schemas.openxmlformats.org/drawingml/2006/main" noGrp="1"/>
          </p:cNvSpPr>
          <p:nvPr/>
        </p:nvSpPr>
        <p:spPr>
          <a:xfrm xmlns:a="http://schemas.openxmlformats.org/drawingml/2006/main">
            <a:off x="731520" y="384048"/>
            <a:ext cx="137160" cy="4434840"/>
          </a:xfrm>
          <a:prstGeom xmlns:a="http://schemas.openxmlformats.org/drawingml/2006/main" prst="roundRect">
            <a:avLst>
              <a:gd name="adj" fmla="val 4000"/>
            </a:avLst>
          </a:prstGeom>
          <a:solidFill xmlns:a="http://schemas.openxmlformats.org/drawingml/2006/main">
            <a:srgbClr val="0284C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ounded Rectangle 2">
            <a:extLst xmlns:a="http://schemas.openxmlformats.org/drawingml/2006/main">
              <a:ext uri="{FF2B5EF4-FFF2-40B4-BE49-F238E27FC236}">
                <a16:creationId xmlns:a16="http://schemas.microsoft.com/office/drawing/2014/main" id="{98219FEE-4885-4D32-8088-7C6EDBBFDC71}"/>
              </a:ext>
            </a:extLst>
          </p:cNvPr>
          <p:cNvSpPr>
            <a:spLocks xmlns:a="http://schemas.openxmlformats.org/drawingml/2006/main" noGrp="1"/>
          </p:cNvSpPr>
          <p:nvPr/>
        </p:nvSpPr>
        <p:spPr>
          <a:xfrm xmlns:a="http://schemas.openxmlformats.org/drawingml/2006/main">
            <a:off x="1005840" y="384048"/>
            <a:ext cx="2290572" cy="329184"/>
          </a:xfrm>
          <a:prstGeom xmlns:a="http://schemas.openxmlformats.org/drawingml/2006/main" prst="roundRect">
            <a:avLst>
              <a:gd name="adj" fmla="val 4000"/>
            </a:avLst>
          </a:prstGeom>
          <a:solidFill xmlns:a="http://schemas.openxmlformats.org/drawingml/2006/main">
            <a:srgbClr val="256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BB646C80-ED69-4EED-B4B1-A0BC0A9FC276}"/>
              </a:ext>
            </a:extLst>
          </p:cNvPr>
          <p:cNvSpPr>
            <a:spLocks xmlns:a="http://schemas.openxmlformats.org/drawingml/2006/main" noGrp="1"/>
          </p:cNvSpPr>
          <p:nvPr/>
        </p:nvSpPr>
        <p:spPr>
          <a:xfrm xmlns:a="http://schemas.openxmlformats.org/drawingml/2006/main">
            <a:off x="1078992" y="402336"/>
            <a:ext cx="2290572" cy="3017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100" b="1">
                <a:solidFill>
                  <a:srgbClr val="FFFFFF"/>
                </a:solidFill>
                <a:latin typeface="Manrope"/>
                <a:ea typeface="Manrope"/>
                <a:cs typeface="Manrope"/>
              </a:rPr>
              <a:t>TABLE OF CONTENTS</a:t>
            </a:r>
          </a:p>
        </p:txBody>
      </p:sp>
      <p:sp>
        <p:nvSpPr>
          <p:cNvPr id="5" name="TextBox 4">
            <a:extLst xmlns:a="http://schemas.openxmlformats.org/drawingml/2006/main">
              <a:ext uri="{FF2B5EF4-FFF2-40B4-BE49-F238E27FC236}">
                <a16:creationId xmlns:a16="http://schemas.microsoft.com/office/drawing/2014/main" id="{6D24A12C-F558-4A12-9EBF-FCC03191427C}"/>
              </a:ext>
            </a:extLst>
          </p:cNvPr>
          <p:cNvSpPr>
            <a:spLocks xmlns:a="http://schemas.openxmlformats.org/drawingml/2006/main" noGrp="1"/>
          </p:cNvSpPr>
          <p:nvPr/>
        </p:nvSpPr>
        <p:spPr>
          <a:xfrm xmlns:a="http://schemas.openxmlformats.org/drawingml/2006/main">
            <a:off x="1005840" y="804672"/>
            <a:ext cx="10424160" cy="487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600" b="1">
                <a:solidFill>
                  <a:srgbClr val="0F172A"/>
                </a:solidFill>
                <a:latin typeface="Manrope"/>
                <a:ea typeface="Manrope"/>
                <a:cs typeface="Manrope"/>
              </a:rPr>
              <a:t>Agenda</a:t>
            </a:r>
          </a:p>
        </p:txBody>
      </p:sp>
      <p:sp>
        <p:nvSpPr>
          <p:cNvPr id="6" name="Rectangle 5">
            <a:extLst xmlns:a="http://schemas.openxmlformats.org/drawingml/2006/main">
              <a:ext uri="{FF2B5EF4-FFF2-40B4-BE49-F238E27FC236}">
                <a16:creationId xmlns:a16="http://schemas.microsoft.com/office/drawing/2014/main" id="{0D13B18B-5610-402A-891C-A46EB1EF10FF}"/>
              </a:ext>
            </a:extLst>
          </p:cNvPr>
          <p:cNvSpPr>
            <a:spLocks xmlns:a="http://schemas.openxmlformats.org/drawingml/2006/main" noGrp="1"/>
          </p:cNvSpPr>
          <p:nvPr/>
        </p:nvSpPr>
        <p:spPr>
          <a:xfrm xmlns:a="http://schemas.openxmlformats.org/drawingml/2006/main">
            <a:off x="731520" y="6035040"/>
            <a:ext cx="10725912" cy="9144"/>
          </a:xfrm>
          <a:prstGeom xmlns:a="http://schemas.openxmlformats.org/drawingml/2006/main" prst="rect">
            <a:avLst/>
          </a:prstGeom>
          <a:solidFill xmlns:a="http://schemas.openxmlformats.org/drawingml/2006/main">
            <a:srgbClr val="E2E8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3BFD53A2-80FD-4AE4-991A-07CCAF849545}"/>
              </a:ext>
            </a:extLst>
          </p:cNvPr>
          <p:cNvSpPr>
            <a:spLocks xmlns:a="http://schemas.openxmlformats.org/drawingml/2006/main" noGrp="1"/>
          </p:cNvSpPr>
          <p:nvPr/>
        </p:nvSpPr>
        <p:spPr>
          <a:xfrm xmlns:a="http://schemas.openxmlformats.org/drawingml/2006/main">
            <a:off x="731520" y="6144768"/>
            <a:ext cx="7772400" cy="3200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900" b="0">
                <a:solidFill>
                  <a:srgbClr val="94A3B8"/>
                </a:solidFill>
                <a:latin typeface="Inter"/>
                <a:ea typeface="Inter"/>
                <a:cs typeface="Inter"/>
              </a:rPr>
              <a:t>EE136: Machine Learning for Wireless Communications | Topic 4 Capstone Defense</a:t>
            </a:r>
          </a:p>
        </p:txBody>
      </p:sp>
      <p:sp>
        <p:nvSpPr>
          <p:cNvPr id="8" name="TextBox 7">
            <a:extLst xmlns:a="http://schemas.openxmlformats.org/drawingml/2006/main">
              <a:ext uri="{FF2B5EF4-FFF2-40B4-BE49-F238E27FC236}">
                <a16:creationId xmlns:a16="http://schemas.microsoft.com/office/drawing/2014/main" id="{7411994D-2E89-423B-A3D6-990F3FBE84D1}"/>
              </a:ext>
            </a:extLst>
          </p:cNvPr>
          <p:cNvSpPr>
            <a:spLocks xmlns:a="http://schemas.openxmlformats.org/drawingml/2006/main" noGrp="1"/>
          </p:cNvSpPr>
          <p:nvPr/>
        </p:nvSpPr>
        <p:spPr>
          <a:xfrm xmlns:a="http://schemas.openxmlformats.org/drawingml/2006/main">
            <a:off x="9601200" y="6144768"/>
            <a:ext cx="817880" cy="2286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900" b="0">
                <a:solidFill>
                  <a:srgbClr val="94A3B8"/>
                </a:solidFill>
                <a:latin typeface="Inter"/>
                <a:ea typeface="Inter"/>
                <a:cs typeface="Inter"/>
              </a:rPr>
              <a:t>Slide 2 of 14</a:t>
            </a:r>
          </a:p>
        </p:txBody>
      </p:sp>
      <p:sp>
        <p:nvSpPr>
          <p:cNvPr id="9" name="Rounded Rectangle 8">
            <a:extLst xmlns:a="http://schemas.openxmlformats.org/drawingml/2006/main">
              <a:ext uri="{FF2B5EF4-FFF2-40B4-BE49-F238E27FC236}">
                <a16:creationId xmlns:a16="http://schemas.microsoft.com/office/drawing/2014/main" id="{345CCA12-12AD-434C-A5FA-CD72205D5C95}"/>
              </a:ext>
            </a:extLst>
          </p:cNvPr>
          <p:cNvSpPr>
            <a:spLocks xmlns:a="http://schemas.openxmlformats.org/drawingml/2006/main" noGrp="1"/>
          </p:cNvSpPr>
          <p:nvPr/>
        </p:nvSpPr>
        <p:spPr>
          <a:xfrm xmlns:a="http://schemas.openxmlformats.org/drawingml/2006/main">
            <a:off x="731520" y="1691640"/>
            <a:ext cx="10725912" cy="416052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E2E8F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
            <a:extLst xmlns:a="http://schemas.openxmlformats.org/drawingml/2006/main">
              <a:ext uri="{FF2B5EF4-FFF2-40B4-BE49-F238E27FC236}">
                <a16:creationId xmlns:a16="http://schemas.microsoft.com/office/drawing/2014/main" id="{7692E711-7CF5-465C-A157-DD059501C17C}"/>
              </a:ext>
            </a:extLst>
          </p:cNvPr>
          <p:cNvSpPr>
            <a:spLocks xmlns:a="http://schemas.openxmlformats.org/drawingml/2006/main" noGrp="1"/>
          </p:cNvSpPr>
          <p:nvPr/>
        </p:nvSpPr>
        <p:spPr>
          <a:xfrm xmlns:a="http://schemas.openxmlformats.org/drawingml/2006/main">
            <a:off x="1200150" y="200025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0284C7"/>
                </a:solidFill>
                <a:latin typeface="Manrope"/>
                <a:ea typeface="Manrope"/>
                <a:cs typeface="Manrope"/>
              </a:defRPr>
            </a:defPPr>
            <a:lvl1pPr>
              <a:defRPr sz="2550" b="1">
                <a:solidFill>
                  <a:srgbClr val="0284C7"/>
                </a:solidFill>
                <a:latin typeface="Manrope"/>
                <a:ea typeface="Manrope"/>
                <a:cs typeface="Manrope"/>
              </a:defRPr>
            </a:lvl1pPr>
            <a:lvl2pPr>
              <a:defRPr sz="2550" b="1">
                <a:solidFill>
                  <a:srgbClr val="0284C7"/>
                </a:solidFill>
                <a:latin typeface="Manrope"/>
                <a:ea typeface="Manrope"/>
                <a:cs typeface="Manrope"/>
              </a:defRPr>
            </a:lvl2pPr>
            <a:lvl3pPr>
              <a:defRPr sz="2550" b="1">
                <a:solidFill>
                  <a:srgbClr val="0284C7"/>
                </a:solidFill>
                <a:latin typeface="Manrope"/>
                <a:ea typeface="Manrope"/>
                <a:cs typeface="Manrope"/>
              </a:defRPr>
            </a:lvl3pPr>
            <a:lvl4pPr>
              <a:defRPr sz="2550" b="1">
                <a:solidFill>
                  <a:srgbClr val="0284C7"/>
                </a:solidFill>
                <a:latin typeface="Manrope"/>
                <a:ea typeface="Manrope"/>
                <a:cs typeface="Manrope"/>
              </a:defRPr>
            </a:lvl4pPr>
            <a:lvl5pPr>
              <a:defRPr sz="2550" b="1">
                <a:solidFill>
                  <a:srgbClr val="0284C7"/>
                </a:solidFill>
                <a:latin typeface="Manrope"/>
                <a:ea typeface="Manrope"/>
                <a:cs typeface="Manrope"/>
              </a:defRPr>
            </a:lvl5pPr>
            <a:lvl6pPr>
              <a:defRPr sz="2550" b="1">
                <a:solidFill>
                  <a:srgbClr val="0284C7"/>
                </a:solidFill>
                <a:latin typeface="Manrope"/>
                <a:ea typeface="Manrope"/>
                <a:cs typeface="Manrope"/>
              </a:defRPr>
            </a:lvl6pPr>
            <a:lvl7pPr>
              <a:defRPr sz="2550" b="1">
                <a:solidFill>
                  <a:srgbClr val="0284C7"/>
                </a:solidFill>
                <a:latin typeface="Manrope"/>
                <a:ea typeface="Manrope"/>
                <a:cs typeface="Manrope"/>
              </a:defRPr>
            </a:lvl7pPr>
            <a:lvl8pPr>
              <a:defRPr sz="2550" b="1">
                <a:solidFill>
                  <a:srgbClr val="0284C7"/>
                </a:solidFill>
                <a:latin typeface="Manrope"/>
                <a:ea typeface="Manrope"/>
                <a:cs typeface="Manrope"/>
              </a:defRPr>
            </a:lvl8pPr>
            <a:lvl9pPr>
              <a:defRPr sz="2550" b="1">
                <a:solidFill>
                  <a:srgbClr val="0284C7"/>
                </a:solidFill>
                <a:latin typeface="Manrope"/>
                <a:ea typeface="Manrope"/>
                <a:cs typeface="Manrope"/>
              </a:defRPr>
            </a:lvl9pPr>
          </a:lstStyle>
          <a:p xmlns:a="http://schemas.openxmlformats.org/drawingml/2006/main">
            <a:pPr>
              <a:defRPr sz="2550" b="1">
                <a:solidFill>
                  <a:srgbClr val="0284C7"/>
                </a:solidFill>
                <a:latin typeface="Manrope"/>
                <a:ea typeface="Manrope"/>
                <a:cs typeface="Manrope"/>
              </a:defRPr>
            </a:pPr>
            <a:r>
              <a:rPr sz="2550" b="1">
                <a:solidFill>
                  <a:srgbClr val="0284C7"/>
                </a:solidFill>
                <a:latin typeface="Manrope"/>
                <a:ea typeface="Manrope"/>
                <a:cs typeface="Manrope"/>
              </a:rPr>
              <a:t>01</a:t>
            </a:r>
          </a:p>
        </p:txBody>
      </p:sp>
      <p:sp>
        <p:nvSpPr>
          <p:cNvPr id="11" name="">
            <a:extLst xmlns:a="http://schemas.openxmlformats.org/drawingml/2006/main">
              <a:ext uri="{FF2B5EF4-FFF2-40B4-BE49-F238E27FC236}">
                <a16:creationId xmlns:a16="http://schemas.microsoft.com/office/drawing/2014/main" id="{8061F3B7-500C-40D4-8E06-831AE03AB406}"/>
              </a:ext>
            </a:extLst>
          </p:cNvPr>
          <p:cNvSpPr>
            <a:spLocks xmlns:a="http://schemas.openxmlformats.org/drawingml/2006/main" noGrp="1"/>
          </p:cNvSpPr>
          <p:nvPr/>
        </p:nvSpPr>
        <p:spPr>
          <a:xfrm xmlns:a="http://schemas.openxmlformats.org/drawingml/2006/main">
            <a:off x="2190750" y="20002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0F172A"/>
                </a:solidFill>
                <a:latin typeface="Manrope"/>
                <a:ea typeface="Manrope"/>
                <a:cs typeface="Manrope"/>
              </a:defRPr>
            </a:defPPr>
            <a:lvl1pPr>
              <a:defRPr sz="2400" b="1">
                <a:solidFill>
                  <a:srgbClr val="0F172A"/>
                </a:solidFill>
                <a:latin typeface="Manrope"/>
                <a:ea typeface="Manrope"/>
                <a:cs typeface="Manrope"/>
              </a:defRPr>
            </a:lvl1pPr>
            <a:lvl2pPr>
              <a:defRPr sz="2400" b="1">
                <a:solidFill>
                  <a:srgbClr val="0F172A"/>
                </a:solidFill>
                <a:latin typeface="Manrope"/>
                <a:ea typeface="Manrope"/>
                <a:cs typeface="Manrope"/>
              </a:defRPr>
            </a:lvl2pPr>
            <a:lvl3pPr>
              <a:defRPr sz="2400" b="1">
                <a:solidFill>
                  <a:srgbClr val="0F172A"/>
                </a:solidFill>
                <a:latin typeface="Manrope"/>
                <a:ea typeface="Manrope"/>
                <a:cs typeface="Manrope"/>
              </a:defRPr>
            </a:lvl3pPr>
            <a:lvl4pPr>
              <a:defRPr sz="2400" b="1">
                <a:solidFill>
                  <a:srgbClr val="0F172A"/>
                </a:solidFill>
                <a:latin typeface="Manrope"/>
                <a:ea typeface="Manrope"/>
                <a:cs typeface="Manrope"/>
              </a:defRPr>
            </a:lvl4pPr>
            <a:lvl5pPr>
              <a:defRPr sz="2400" b="1">
                <a:solidFill>
                  <a:srgbClr val="0F172A"/>
                </a:solidFill>
                <a:latin typeface="Manrope"/>
                <a:ea typeface="Manrope"/>
                <a:cs typeface="Manrope"/>
              </a:defRPr>
            </a:lvl5pPr>
            <a:lvl6pPr>
              <a:defRPr sz="2400" b="1">
                <a:solidFill>
                  <a:srgbClr val="0F172A"/>
                </a:solidFill>
                <a:latin typeface="Manrope"/>
                <a:ea typeface="Manrope"/>
                <a:cs typeface="Manrope"/>
              </a:defRPr>
            </a:lvl6pPr>
            <a:lvl7pPr>
              <a:defRPr sz="2400" b="1">
                <a:solidFill>
                  <a:srgbClr val="0F172A"/>
                </a:solidFill>
                <a:latin typeface="Manrope"/>
                <a:ea typeface="Manrope"/>
                <a:cs typeface="Manrope"/>
              </a:defRPr>
            </a:lvl7pPr>
            <a:lvl8pPr>
              <a:defRPr sz="2400" b="1">
                <a:solidFill>
                  <a:srgbClr val="0F172A"/>
                </a:solidFill>
                <a:latin typeface="Manrope"/>
                <a:ea typeface="Manrope"/>
                <a:cs typeface="Manrope"/>
              </a:defRPr>
            </a:lvl8pPr>
            <a:lvl9pPr>
              <a:defRPr sz="2400" b="1">
                <a:solidFill>
                  <a:srgbClr val="0F172A"/>
                </a:solidFill>
                <a:latin typeface="Manrope"/>
                <a:ea typeface="Manrope"/>
                <a:cs typeface="Manrope"/>
              </a:defRPr>
            </a:lvl9pPr>
          </a:lstStyle>
          <a:p xmlns:a="http://schemas.openxmlformats.org/drawingml/2006/main">
            <a:pPr>
              <a:defRPr sz="2400" b="1">
                <a:solidFill>
                  <a:srgbClr val="0F172A"/>
                </a:solidFill>
                <a:latin typeface="Manrope"/>
                <a:ea typeface="Manrope"/>
                <a:cs typeface="Manrope"/>
              </a:defRPr>
            </a:pPr>
            <a:r>
              <a:rPr sz="2400" b="1">
                <a:solidFill>
                  <a:srgbClr val="0F172A"/>
                </a:solidFill>
                <a:latin typeface="Manrope"/>
                <a:ea typeface="Manrope"/>
                <a:cs typeface="Manrope"/>
              </a:rPr>
              <a:t>Signal model and data</a:t>
            </a:r>
          </a:p>
        </p:txBody>
      </p:sp>
      <p:sp>
        <p:nvSpPr>
          <p:cNvPr id="12" name="">
            <a:extLst xmlns:a="http://schemas.openxmlformats.org/drawingml/2006/main">
              <a:ext uri="{FF2B5EF4-FFF2-40B4-BE49-F238E27FC236}">
                <a16:creationId xmlns:a16="http://schemas.microsoft.com/office/drawing/2014/main" id="{73574633-CA3C-4867-BCC5-4A8BDDDAD2EF}"/>
              </a:ext>
            </a:extLst>
          </p:cNvPr>
          <p:cNvSpPr>
            <a:spLocks xmlns:a="http://schemas.openxmlformats.org/drawingml/2006/main" noGrp="1"/>
          </p:cNvSpPr>
          <p:nvPr/>
        </p:nvSpPr>
        <p:spPr>
          <a:xfrm xmlns:a="http://schemas.openxmlformats.org/drawingml/2006/main">
            <a:off x="9144000" y="20478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0F172A"/>
                </a:solidFill>
                <a:latin typeface="Inter"/>
                <a:ea typeface="Inter"/>
                <a:cs typeface="Inter"/>
              </a:defRPr>
            </a:defPPr>
            <a:lvl1pPr>
              <a:defRPr sz="1800" b="0">
                <a:solidFill>
                  <a:srgbClr val="0F172A"/>
                </a:solidFill>
                <a:latin typeface="Inter"/>
                <a:ea typeface="Inter"/>
                <a:cs typeface="Inter"/>
              </a:defRPr>
            </a:lvl1pPr>
            <a:lvl2pPr>
              <a:defRPr sz="1800" b="0">
                <a:solidFill>
                  <a:srgbClr val="0F172A"/>
                </a:solidFill>
                <a:latin typeface="Inter"/>
                <a:ea typeface="Inter"/>
                <a:cs typeface="Inter"/>
              </a:defRPr>
            </a:lvl2pPr>
            <a:lvl3pPr>
              <a:defRPr sz="1800" b="0">
                <a:solidFill>
                  <a:srgbClr val="0F172A"/>
                </a:solidFill>
                <a:latin typeface="Inter"/>
                <a:ea typeface="Inter"/>
                <a:cs typeface="Inter"/>
              </a:defRPr>
            </a:lvl3pPr>
            <a:lvl4pPr>
              <a:defRPr sz="1800" b="0">
                <a:solidFill>
                  <a:srgbClr val="0F172A"/>
                </a:solidFill>
                <a:latin typeface="Inter"/>
                <a:ea typeface="Inter"/>
                <a:cs typeface="Inter"/>
              </a:defRPr>
            </a:lvl4pPr>
            <a:lvl5pPr>
              <a:defRPr sz="1800" b="0">
                <a:solidFill>
                  <a:srgbClr val="0F172A"/>
                </a:solidFill>
                <a:latin typeface="Inter"/>
                <a:ea typeface="Inter"/>
                <a:cs typeface="Inter"/>
              </a:defRPr>
            </a:lvl5pPr>
            <a:lvl6pPr>
              <a:defRPr sz="1800" b="0">
                <a:solidFill>
                  <a:srgbClr val="0F172A"/>
                </a:solidFill>
                <a:latin typeface="Inter"/>
                <a:ea typeface="Inter"/>
                <a:cs typeface="Inter"/>
              </a:defRPr>
            </a:lvl6pPr>
            <a:lvl7pPr>
              <a:defRPr sz="1800" b="0">
                <a:solidFill>
                  <a:srgbClr val="0F172A"/>
                </a:solidFill>
                <a:latin typeface="Inter"/>
                <a:ea typeface="Inter"/>
                <a:cs typeface="Inter"/>
              </a:defRPr>
            </a:lvl7pPr>
            <a:lvl8pPr>
              <a:defRPr sz="1800" b="0">
                <a:solidFill>
                  <a:srgbClr val="0F172A"/>
                </a:solidFill>
                <a:latin typeface="Inter"/>
                <a:ea typeface="Inter"/>
                <a:cs typeface="Inter"/>
              </a:defRPr>
            </a:lvl8pPr>
            <a:lvl9pPr>
              <a:defRPr sz="1800" b="0">
                <a:solidFill>
                  <a:srgbClr val="0F172A"/>
                </a:solidFill>
                <a:latin typeface="Inter"/>
                <a:ea typeface="Inter"/>
                <a:cs typeface="Inter"/>
              </a:defRPr>
            </a:lvl9pPr>
          </a:lstStyle>
          <a:p xmlns:a="http://schemas.openxmlformats.org/drawingml/2006/main">
            <a:pPr>
              <a:defRPr sz="1800" b="0">
                <a:solidFill>
                  <a:srgbClr val="0F172A"/>
                </a:solidFill>
                <a:latin typeface="Inter"/>
                <a:ea typeface="Inter"/>
                <a:cs typeface="Inter"/>
              </a:defRPr>
            </a:pPr>
            <a:r>
              <a:rPr sz="1800" b="0">
                <a:solidFill>
                  <a:srgbClr val="0F172A"/>
                </a:solidFill>
                <a:latin typeface="Inter"/>
                <a:ea typeface="Inter"/>
                <a:cs typeface="Inter"/>
              </a:rPr>
              <a:t>Slides 3–4</a:t>
            </a:r>
          </a:p>
        </p:txBody>
      </p:sp>
      <p:sp>
        <p:nvSpPr>
          <p:cNvPr id="13" name="">
            <a:extLst xmlns:a="http://schemas.openxmlformats.org/drawingml/2006/main">
              <a:ext uri="{FF2B5EF4-FFF2-40B4-BE49-F238E27FC236}">
                <a16:creationId xmlns:a16="http://schemas.microsoft.com/office/drawing/2014/main" id="{626CED1A-CC99-4DCA-A59B-7D43285D771B}"/>
              </a:ext>
            </a:extLst>
          </p:cNvPr>
          <p:cNvSpPr>
            <a:spLocks xmlns:a="http://schemas.openxmlformats.org/drawingml/2006/main" noGrp="1"/>
          </p:cNvSpPr>
          <p:nvPr/>
        </p:nvSpPr>
        <p:spPr>
          <a:xfrm xmlns:a="http://schemas.openxmlformats.org/drawingml/2006/main">
            <a:off x="1200150" y="289560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0284C7"/>
                </a:solidFill>
                <a:latin typeface="Manrope"/>
                <a:ea typeface="Manrope"/>
                <a:cs typeface="Manrope"/>
              </a:defRPr>
            </a:defPPr>
            <a:lvl1pPr>
              <a:defRPr sz="2550" b="1">
                <a:solidFill>
                  <a:srgbClr val="0284C7"/>
                </a:solidFill>
                <a:latin typeface="Manrope"/>
                <a:ea typeface="Manrope"/>
                <a:cs typeface="Manrope"/>
              </a:defRPr>
            </a:lvl1pPr>
            <a:lvl2pPr>
              <a:defRPr sz="2550" b="1">
                <a:solidFill>
                  <a:srgbClr val="0284C7"/>
                </a:solidFill>
                <a:latin typeface="Manrope"/>
                <a:ea typeface="Manrope"/>
                <a:cs typeface="Manrope"/>
              </a:defRPr>
            </a:lvl2pPr>
            <a:lvl3pPr>
              <a:defRPr sz="2550" b="1">
                <a:solidFill>
                  <a:srgbClr val="0284C7"/>
                </a:solidFill>
                <a:latin typeface="Manrope"/>
                <a:ea typeface="Manrope"/>
                <a:cs typeface="Manrope"/>
              </a:defRPr>
            </a:lvl3pPr>
            <a:lvl4pPr>
              <a:defRPr sz="2550" b="1">
                <a:solidFill>
                  <a:srgbClr val="0284C7"/>
                </a:solidFill>
                <a:latin typeface="Manrope"/>
                <a:ea typeface="Manrope"/>
                <a:cs typeface="Manrope"/>
              </a:defRPr>
            </a:lvl4pPr>
            <a:lvl5pPr>
              <a:defRPr sz="2550" b="1">
                <a:solidFill>
                  <a:srgbClr val="0284C7"/>
                </a:solidFill>
                <a:latin typeface="Manrope"/>
                <a:ea typeface="Manrope"/>
                <a:cs typeface="Manrope"/>
              </a:defRPr>
            </a:lvl5pPr>
            <a:lvl6pPr>
              <a:defRPr sz="2550" b="1">
                <a:solidFill>
                  <a:srgbClr val="0284C7"/>
                </a:solidFill>
                <a:latin typeface="Manrope"/>
                <a:ea typeface="Manrope"/>
                <a:cs typeface="Manrope"/>
              </a:defRPr>
            </a:lvl6pPr>
            <a:lvl7pPr>
              <a:defRPr sz="2550" b="1">
                <a:solidFill>
                  <a:srgbClr val="0284C7"/>
                </a:solidFill>
                <a:latin typeface="Manrope"/>
                <a:ea typeface="Manrope"/>
                <a:cs typeface="Manrope"/>
              </a:defRPr>
            </a:lvl7pPr>
            <a:lvl8pPr>
              <a:defRPr sz="2550" b="1">
                <a:solidFill>
                  <a:srgbClr val="0284C7"/>
                </a:solidFill>
                <a:latin typeface="Manrope"/>
                <a:ea typeface="Manrope"/>
                <a:cs typeface="Manrope"/>
              </a:defRPr>
            </a:lvl8pPr>
            <a:lvl9pPr>
              <a:defRPr sz="2550" b="1">
                <a:solidFill>
                  <a:srgbClr val="0284C7"/>
                </a:solidFill>
                <a:latin typeface="Manrope"/>
                <a:ea typeface="Manrope"/>
                <a:cs typeface="Manrope"/>
              </a:defRPr>
            </a:lvl9pPr>
          </a:lstStyle>
          <a:p xmlns:a="http://schemas.openxmlformats.org/drawingml/2006/main">
            <a:pPr>
              <a:defRPr sz="2550" b="1">
                <a:solidFill>
                  <a:srgbClr val="0284C7"/>
                </a:solidFill>
                <a:latin typeface="Manrope"/>
                <a:ea typeface="Manrope"/>
                <a:cs typeface="Manrope"/>
              </a:defRPr>
            </a:pPr>
            <a:r>
              <a:rPr sz="2550" b="1">
                <a:solidFill>
                  <a:srgbClr val="0284C7"/>
                </a:solidFill>
                <a:latin typeface="Manrope"/>
                <a:ea typeface="Manrope"/>
                <a:cs typeface="Manrope"/>
              </a:rPr>
              <a:t>02</a:t>
            </a:r>
          </a:p>
        </p:txBody>
      </p:sp>
      <p:sp>
        <p:nvSpPr>
          <p:cNvPr id="14" name="">
            <a:extLst xmlns:a="http://schemas.openxmlformats.org/drawingml/2006/main">
              <a:ext uri="{FF2B5EF4-FFF2-40B4-BE49-F238E27FC236}">
                <a16:creationId xmlns:a16="http://schemas.microsoft.com/office/drawing/2014/main" id="{6230F947-4849-44C0-8209-75E5E6467FAA}"/>
              </a:ext>
            </a:extLst>
          </p:cNvPr>
          <p:cNvSpPr>
            <a:spLocks xmlns:a="http://schemas.openxmlformats.org/drawingml/2006/main" noGrp="1"/>
          </p:cNvSpPr>
          <p:nvPr/>
        </p:nvSpPr>
        <p:spPr>
          <a:xfrm xmlns:a="http://schemas.openxmlformats.org/drawingml/2006/main">
            <a:off x="2190750" y="289560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0F172A"/>
                </a:solidFill>
                <a:latin typeface="Manrope"/>
                <a:ea typeface="Manrope"/>
                <a:cs typeface="Manrope"/>
              </a:defRPr>
            </a:defPPr>
            <a:lvl1pPr>
              <a:defRPr sz="2400" b="1">
                <a:solidFill>
                  <a:srgbClr val="0F172A"/>
                </a:solidFill>
                <a:latin typeface="Manrope"/>
                <a:ea typeface="Manrope"/>
                <a:cs typeface="Manrope"/>
              </a:defRPr>
            </a:lvl1pPr>
            <a:lvl2pPr>
              <a:defRPr sz="2400" b="1">
                <a:solidFill>
                  <a:srgbClr val="0F172A"/>
                </a:solidFill>
                <a:latin typeface="Manrope"/>
                <a:ea typeface="Manrope"/>
                <a:cs typeface="Manrope"/>
              </a:defRPr>
            </a:lvl2pPr>
            <a:lvl3pPr>
              <a:defRPr sz="2400" b="1">
                <a:solidFill>
                  <a:srgbClr val="0F172A"/>
                </a:solidFill>
                <a:latin typeface="Manrope"/>
                <a:ea typeface="Manrope"/>
                <a:cs typeface="Manrope"/>
              </a:defRPr>
            </a:lvl3pPr>
            <a:lvl4pPr>
              <a:defRPr sz="2400" b="1">
                <a:solidFill>
                  <a:srgbClr val="0F172A"/>
                </a:solidFill>
                <a:latin typeface="Manrope"/>
                <a:ea typeface="Manrope"/>
                <a:cs typeface="Manrope"/>
              </a:defRPr>
            </a:lvl4pPr>
            <a:lvl5pPr>
              <a:defRPr sz="2400" b="1">
                <a:solidFill>
                  <a:srgbClr val="0F172A"/>
                </a:solidFill>
                <a:latin typeface="Manrope"/>
                <a:ea typeface="Manrope"/>
                <a:cs typeface="Manrope"/>
              </a:defRPr>
            </a:lvl5pPr>
            <a:lvl6pPr>
              <a:defRPr sz="2400" b="1">
                <a:solidFill>
                  <a:srgbClr val="0F172A"/>
                </a:solidFill>
                <a:latin typeface="Manrope"/>
                <a:ea typeface="Manrope"/>
                <a:cs typeface="Manrope"/>
              </a:defRPr>
            </a:lvl6pPr>
            <a:lvl7pPr>
              <a:defRPr sz="2400" b="1">
                <a:solidFill>
                  <a:srgbClr val="0F172A"/>
                </a:solidFill>
                <a:latin typeface="Manrope"/>
                <a:ea typeface="Manrope"/>
                <a:cs typeface="Manrope"/>
              </a:defRPr>
            </a:lvl7pPr>
            <a:lvl8pPr>
              <a:defRPr sz="2400" b="1">
                <a:solidFill>
                  <a:srgbClr val="0F172A"/>
                </a:solidFill>
                <a:latin typeface="Manrope"/>
                <a:ea typeface="Manrope"/>
                <a:cs typeface="Manrope"/>
              </a:defRPr>
            </a:lvl8pPr>
            <a:lvl9pPr>
              <a:defRPr sz="2400" b="1">
                <a:solidFill>
                  <a:srgbClr val="0F172A"/>
                </a:solidFill>
                <a:latin typeface="Manrope"/>
                <a:ea typeface="Manrope"/>
                <a:cs typeface="Manrope"/>
              </a:defRPr>
            </a:lvl9pPr>
          </a:lstStyle>
          <a:p xmlns:a="http://schemas.openxmlformats.org/drawingml/2006/main">
            <a:pPr>
              <a:defRPr sz="2400" b="1">
                <a:solidFill>
                  <a:srgbClr val="0F172A"/>
                </a:solidFill>
                <a:latin typeface="Manrope"/>
                <a:ea typeface="Manrope"/>
                <a:cs typeface="Manrope"/>
              </a:defRPr>
            </a:pPr>
            <a:r>
              <a:rPr sz="2400" b="1">
                <a:solidFill>
                  <a:srgbClr val="0F172A"/>
                </a:solidFill>
                <a:latin typeface="Manrope"/>
                <a:ea typeface="Manrope"/>
                <a:cs typeface="Manrope"/>
              </a:rPr>
              <a:t>Augmentation and network</a:t>
            </a:r>
          </a:p>
        </p:txBody>
      </p:sp>
      <p:sp>
        <p:nvSpPr>
          <p:cNvPr id="15" name="">
            <a:extLst xmlns:a="http://schemas.openxmlformats.org/drawingml/2006/main">
              <a:ext uri="{FF2B5EF4-FFF2-40B4-BE49-F238E27FC236}">
                <a16:creationId xmlns:a16="http://schemas.microsoft.com/office/drawing/2014/main" id="{C7373CD8-5352-43B7-8120-20A45EFEE9FE}"/>
              </a:ext>
            </a:extLst>
          </p:cNvPr>
          <p:cNvSpPr>
            <a:spLocks xmlns:a="http://schemas.openxmlformats.org/drawingml/2006/main" noGrp="1"/>
          </p:cNvSpPr>
          <p:nvPr/>
        </p:nvSpPr>
        <p:spPr>
          <a:xfrm xmlns:a="http://schemas.openxmlformats.org/drawingml/2006/main">
            <a:off x="9144000" y="29432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0F172A"/>
                </a:solidFill>
                <a:latin typeface="Inter"/>
                <a:ea typeface="Inter"/>
                <a:cs typeface="Inter"/>
              </a:defRPr>
            </a:defPPr>
            <a:lvl1pPr>
              <a:defRPr sz="1800" b="0">
                <a:solidFill>
                  <a:srgbClr val="0F172A"/>
                </a:solidFill>
                <a:latin typeface="Inter"/>
                <a:ea typeface="Inter"/>
                <a:cs typeface="Inter"/>
              </a:defRPr>
            </a:lvl1pPr>
            <a:lvl2pPr>
              <a:defRPr sz="1800" b="0">
                <a:solidFill>
                  <a:srgbClr val="0F172A"/>
                </a:solidFill>
                <a:latin typeface="Inter"/>
                <a:ea typeface="Inter"/>
                <a:cs typeface="Inter"/>
              </a:defRPr>
            </a:lvl2pPr>
            <a:lvl3pPr>
              <a:defRPr sz="1800" b="0">
                <a:solidFill>
                  <a:srgbClr val="0F172A"/>
                </a:solidFill>
                <a:latin typeface="Inter"/>
                <a:ea typeface="Inter"/>
                <a:cs typeface="Inter"/>
              </a:defRPr>
            </a:lvl3pPr>
            <a:lvl4pPr>
              <a:defRPr sz="1800" b="0">
                <a:solidFill>
                  <a:srgbClr val="0F172A"/>
                </a:solidFill>
                <a:latin typeface="Inter"/>
                <a:ea typeface="Inter"/>
                <a:cs typeface="Inter"/>
              </a:defRPr>
            </a:lvl4pPr>
            <a:lvl5pPr>
              <a:defRPr sz="1800" b="0">
                <a:solidFill>
                  <a:srgbClr val="0F172A"/>
                </a:solidFill>
                <a:latin typeface="Inter"/>
                <a:ea typeface="Inter"/>
                <a:cs typeface="Inter"/>
              </a:defRPr>
            </a:lvl5pPr>
            <a:lvl6pPr>
              <a:defRPr sz="1800" b="0">
                <a:solidFill>
                  <a:srgbClr val="0F172A"/>
                </a:solidFill>
                <a:latin typeface="Inter"/>
                <a:ea typeface="Inter"/>
                <a:cs typeface="Inter"/>
              </a:defRPr>
            </a:lvl6pPr>
            <a:lvl7pPr>
              <a:defRPr sz="1800" b="0">
                <a:solidFill>
                  <a:srgbClr val="0F172A"/>
                </a:solidFill>
                <a:latin typeface="Inter"/>
                <a:ea typeface="Inter"/>
                <a:cs typeface="Inter"/>
              </a:defRPr>
            </a:lvl7pPr>
            <a:lvl8pPr>
              <a:defRPr sz="1800" b="0">
                <a:solidFill>
                  <a:srgbClr val="0F172A"/>
                </a:solidFill>
                <a:latin typeface="Inter"/>
                <a:ea typeface="Inter"/>
                <a:cs typeface="Inter"/>
              </a:defRPr>
            </a:lvl8pPr>
            <a:lvl9pPr>
              <a:defRPr sz="1800" b="0">
                <a:solidFill>
                  <a:srgbClr val="0F172A"/>
                </a:solidFill>
                <a:latin typeface="Inter"/>
                <a:ea typeface="Inter"/>
                <a:cs typeface="Inter"/>
              </a:defRPr>
            </a:lvl9pPr>
          </a:lstStyle>
          <a:p xmlns:a="http://schemas.openxmlformats.org/drawingml/2006/main">
            <a:pPr>
              <a:defRPr sz="1800" b="0">
                <a:solidFill>
                  <a:srgbClr val="0F172A"/>
                </a:solidFill>
                <a:latin typeface="Inter"/>
                <a:ea typeface="Inter"/>
                <a:cs typeface="Inter"/>
              </a:defRPr>
            </a:pPr>
            <a:r>
              <a:rPr sz="1800" b="0">
                <a:solidFill>
                  <a:srgbClr val="0F172A"/>
                </a:solidFill>
                <a:latin typeface="Inter"/>
                <a:ea typeface="Inter"/>
                <a:cs typeface="Inter"/>
              </a:rPr>
              <a:t>Slides 5–6</a:t>
            </a:r>
          </a:p>
        </p:txBody>
      </p:sp>
      <p:sp>
        <p:nvSpPr>
          <p:cNvPr id="16" name="">
            <a:extLst xmlns:a="http://schemas.openxmlformats.org/drawingml/2006/main">
              <a:ext uri="{FF2B5EF4-FFF2-40B4-BE49-F238E27FC236}">
                <a16:creationId xmlns:a16="http://schemas.microsoft.com/office/drawing/2014/main" id="{C3EE9ED0-CAEE-41B5-BDE9-A02C38882AD1}"/>
              </a:ext>
            </a:extLst>
          </p:cNvPr>
          <p:cNvSpPr>
            <a:spLocks xmlns:a="http://schemas.openxmlformats.org/drawingml/2006/main" noGrp="1"/>
          </p:cNvSpPr>
          <p:nvPr/>
        </p:nvSpPr>
        <p:spPr>
          <a:xfrm xmlns:a="http://schemas.openxmlformats.org/drawingml/2006/main">
            <a:off x="1200150" y="379095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0284C7"/>
                </a:solidFill>
                <a:latin typeface="Manrope"/>
                <a:ea typeface="Manrope"/>
                <a:cs typeface="Manrope"/>
              </a:defRPr>
            </a:defPPr>
            <a:lvl1pPr>
              <a:defRPr sz="2550" b="1">
                <a:solidFill>
                  <a:srgbClr val="0284C7"/>
                </a:solidFill>
                <a:latin typeface="Manrope"/>
                <a:ea typeface="Manrope"/>
                <a:cs typeface="Manrope"/>
              </a:defRPr>
            </a:lvl1pPr>
            <a:lvl2pPr>
              <a:defRPr sz="2550" b="1">
                <a:solidFill>
                  <a:srgbClr val="0284C7"/>
                </a:solidFill>
                <a:latin typeface="Manrope"/>
                <a:ea typeface="Manrope"/>
                <a:cs typeface="Manrope"/>
              </a:defRPr>
            </a:lvl2pPr>
            <a:lvl3pPr>
              <a:defRPr sz="2550" b="1">
                <a:solidFill>
                  <a:srgbClr val="0284C7"/>
                </a:solidFill>
                <a:latin typeface="Manrope"/>
                <a:ea typeface="Manrope"/>
                <a:cs typeface="Manrope"/>
              </a:defRPr>
            </a:lvl3pPr>
            <a:lvl4pPr>
              <a:defRPr sz="2550" b="1">
                <a:solidFill>
                  <a:srgbClr val="0284C7"/>
                </a:solidFill>
                <a:latin typeface="Manrope"/>
                <a:ea typeface="Manrope"/>
                <a:cs typeface="Manrope"/>
              </a:defRPr>
            </a:lvl4pPr>
            <a:lvl5pPr>
              <a:defRPr sz="2550" b="1">
                <a:solidFill>
                  <a:srgbClr val="0284C7"/>
                </a:solidFill>
                <a:latin typeface="Manrope"/>
                <a:ea typeface="Manrope"/>
                <a:cs typeface="Manrope"/>
              </a:defRPr>
            </a:lvl5pPr>
            <a:lvl6pPr>
              <a:defRPr sz="2550" b="1">
                <a:solidFill>
                  <a:srgbClr val="0284C7"/>
                </a:solidFill>
                <a:latin typeface="Manrope"/>
                <a:ea typeface="Manrope"/>
                <a:cs typeface="Manrope"/>
              </a:defRPr>
            </a:lvl6pPr>
            <a:lvl7pPr>
              <a:defRPr sz="2550" b="1">
                <a:solidFill>
                  <a:srgbClr val="0284C7"/>
                </a:solidFill>
                <a:latin typeface="Manrope"/>
                <a:ea typeface="Manrope"/>
                <a:cs typeface="Manrope"/>
              </a:defRPr>
            </a:lvl7pPr>
            <a:lvl8pPr>
              <a:defRPr sz="2550" b="1">
                <a:solidFill>
                  <a:srgbClr val="0284C7"/>
                </a:solidFill>
                <a:latin typeface="Manrope"/>
                <a:ea typeface="Manrope"/>
                <a:cs typeface="Manrope"/>
              </a:defRPr>
            </a:lvl8pPr>
            <a:lvl9pPr>
              <a:defRPr sz="2550" b="1">
                <a:solidFill>
                  <a:srgbClr val="0284C7"/>
                </a:solidFill>
                <a:latin typeface="Manrope"/>
                <a:ea typeface="Manrope"/>
                <a:cs typeface="Manrope"/>
              </a:defRPr>
            </a:lvl9pPr>
          </a:lstStyle>
          <a:p xmlns:a="http://schemas.openxmlformats.org/drawingml/2006/main">
            <a:pPr>
              <a:defRPr sz="2550" b="1">
                <a:solidFill>
                  <a:srgbClr val="0284C7"/>
                </a:solidFill>
                <a:latin typeface="Manrope"/>
                <a:ea typeface="Manrope"/>
                <a:cs typeface="Manrope"/>
              </a:defRPr>
            </a:pPr>
            <a:r>
              <a:rPr sz="2550" b="1">
                <a:solidFill>
                  <a:srgbClr val="0284C7"/>
                </a:solidFill>
                <a:latin typeface="Manrope"/>
                <a:ea typeface="Manrope"/>
                <a:cs typeface="Manrope"/>
              </a:rPr>
              <a:t>03</a:t>
            </a:r>
          </a:p>
        </p:txBody>
      </p:sp>
      <p:sp>
        <p:nvSpPr>
          <p:cNvPr id="17" name="">
            <a:extLst xmlns:a="http://schemas.openxmlformats.org/drawingml/2006/main">
              <a:ext uri="{FF2B5EF4-FFF2-40B4-BE49-F238E27FC236}">
                <a16:creationId xmlns:a16="http://schemas.microsoft.com/office/drawing/2014/main" id="{08965FF3-C9C1-4AF0-80C0-D27675A5EC2A}"/>
              </a:ext>
            </a:extLst>
          </p:cNvPr>
          <p:cNvSpPr>
            <a:spLocks xmlns:a="http://schemas.openxmlformats.org/drawingml/2006/main" noGrp="1"/>
          </p:cNvSpPr>
          <p:nvPr/>
        </p:nvSpPr>
        <p:spPr>
          <a:xfrm xmlns:a="http://schemas.openxmlformats.org/drawingml/2006/main">
            <a:off x="2190750" y="37909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0F172A"/>
                </a:solidFill>
                <a:latin typeface="Manrope"/>
                <a:ea typeface="Manrope"/>
                <a:cs typeface="Manrope"/>
              </a:defRPr>
            </a:defPPr>
            <a:lvl1pPr>
              <a:defRPr sz="2400" b="1">
                <a:solidFill>
                  <a:srgbClr val="0F172A"/>
                </a:solidFill>
                <a:latin typeface="Manrope"/>
                <a:ea typeface="Manrope"/>
                <a:cs typeface="Manrope"/>
              </a:defRPr>
            </a:lvl1pPr>
            <a:lvl2pPr>
              <a:defRPr sz="2400" b="1">
                <a:solidFill>
                  <a:srgbClr val="0F172A"/>
                </a:solidFill>
                <a:latin typeface="Manrope"/>
                <a:ea typeface="Manrope"/>
                <a:cs typeface="Manrope"/>
              </a:defRPr>
            </a:lvl2pPr>
            <a:lvl3pPr>
              <a:defRPr sz="2400" b="1">
                <a:solidFill>
                  <a:srgbClr val="0F172A"/>
                </a:solidFill>
                <a:latin typeface="Manrope"/>
                <a:ea typeface="Manrope"/>
                <a:cs typeface="Manrope"/>
              </a:defRPr>
            </a:lvl3pPr>
            <a:lvl4pPr>
              <a:defRPr sz="2400" b="1">
                <a:solidFill>
                  <a:srgbClr val="0F172A"/>
                </a:solidFill>
                <a:latin typeface="Manrope"/>
                <a:ea typeface="Manrope"/>
                <a:cs typeface="Manrope"/>
              </a:defRPr>
            </a:lvl4pPr>
            <a:lvl5pPr>
              <a:defRPr sz="2400" b="1">
                <a:solidFill>
                  <a:srgbClr val="0F172A"/>
                </a:solidFill>
                <a:latin typeface="Manrope"/>
                <a:ea typeface="Manrope"/>
                <a:cs typeface="Manrope"/>
              </a:defRPr>
            </a:lvl5pPr>
            <a:lvl6pPr>
              <a:defRPr sz="2400" b="1">
                <a:solidFill>
                  <a:srgbClr val="0F172A"/>
                </a:solidFill>
                <a:latin typeface="Manrope"/>
                <a:ea typeface="Manrope"/>
                <a:cs typeface="Manrope"/>
              </a:defRPr>
            </a:lvl6pPr>
            <a:lvl7pPr>
              <a:defRPr sz="2400" b="1">
                <a:solidFill>
                  <a:srgbClr val="0F172A"/>
                </a:solidFill>
                <a:latin typeface="Manrope"/>
                <a:ea typeface="Manrope"/>
                <a:cs typeface="Manrope"/>
              </a:defRPr>
            </a:lvl7pPr>
            <a:lvl8pPr>
              <a:defRPr sz="2400" b="1">
                <a:solidFill>
                  <a:srgbClr val="0F172A"/>
                </a:solidFill>
                <a:latin typeface="Manrope"/>
                <a:ea typeface="Manrope"/>
                <a:cs typeface="Manrope"/>
              </a:defRPr>
            </a:lvl8pPr>
            <a:lvl9pPr>
              <a:defRPr sz="2400" b="1">
                <a:solidFill>
                  <a:srgbClr val="0F172A"/>
                </a:solidFill>
                <a:latin typeface="Manrope"/>
                <a:ea typeface="Manrope"/>
                <a:cs typeface="Manrope"/>
              </a:defRPr>
            </a:lvl9pPr>
          </a:lstStyle>
          <a:p xmlns:a="http://schemas.openxmlformats.org/drawingml/2006/main">
            <a:pPr>
              <a:defRPr sz="2400" b="1">
                <a:solidFill>
                  <a:srgbClr val="0F172A"/>
                </a:solidFill>
                <a:latin typeface="Manrope"/>
                <a:ea typeface="Manrope"/>
                <a:cs typeface="Manrope"/>
              </a:defRPr>
            </a:pPr>
            <a:r>
              <a:rPr sz="2400" b="1">
                <a:solidFill>
                  <a:srgbClr val="0F172A"/>
                </a:solidFill>
                <a:latin typeface="Manrope"/>
                <a:ea typeface="Manrope"/>
                <a:cs typeface="Manrope"/>
              </a:rPr>
              <a:t>Training and benchmarks</a:t>
            </a:r>
          </a:p>
        </p:txBody>
      </p:sp>
      <p:sp>
        <p:nvSpPr>
          <p:cNvPr id="18" name="">
            <a:extLst xmlns:a="http://schemas.openxmlformats.org/drawingml/2006/main">
              <a:ext uri="{FF2B5EF4-FFF2-40B4-BE49-F238E27FC236}">
                <a16:creationId xmlns:a16="http://schemas.microsoft.com/office/drawing/2014/main" id="{290864A1-7972-486F-99A0-D132FEF9781E}"/>
              </a:ext>
            </a:extLst>
          </p:cNvPr>
          <p:cNvSpPr>
            <a:spLocks xmlns:a="http://schemas.openxmlformats.org/drawingml/2006/main" noGrp="1"/>
          </p:cNvSpPr>
          <p:nvPr/>
        </p:nvSpPr>
        <p:spPr>
          <a:xfrm xmlns:a="http://schemas.openxmlformats.org/drawingml/2006/main">
            <a:off x="9144000" y="383857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0F172A"/>
                </a:solidFill>
                <a:latin typeface="Inter"/>
                <a:ea typeface="Inter"/>
                <a:cs typeface="Inter"/>
              </a:defRPr>
            </a:defPPr>
            <a:lvl1pPr>
              <a:defRPr sz="1800" b="0">
                <a:solidFill>
                  <a:srgbClr val="0F172A"/>
                </a:solidFill>
                <a:latin typeface="Inter"/>
                <a:ea typeface="Inter"/>
                <a:cs typeface="Inter"/>
              </a:defRPr>
            </a:lvl1pPr>
            <a:lvl2pPr>
              <a:defRPr sz="1800" b="0">
                <a:solidFill>
                  <a:srgbClr val="0F172A"/>
                </a:solidFill>
                <a:latin typeface="Inter"/>
                <a:ea typeface="Inter"/>
                <a:cs typeface="Inter"/>
              </a:defRPr>
            </a:lvl2pPr>
            <a:lvl3pPr>
              <a:defRPr sz="1800" b="0">
                <a:solidFill>
                  <a:srgbClr val="0F172A"/>
                </a:solidFill>
                <a:latin typeface="Inter"/>
                <a:ea typeface="Inter"/>
                <a:cs typeface="Inter"/>
              </a:defRPr>
            </a:lvl3pPr>
            <a:lvl4pPr>
              <a:defRPr sz="1800" b="0">
                <a:solidFill>
                  <a:srgbClr val="0F172A"/>
                </a:solidFill>
                <a:latin typeface="Inter"/>
                <a:ea typeface="Inter"/>
                <a:cs typeface="Inter"/>
              </a:defRPr>
            </a:lvl4pPr>
            <a:lvl5pPr>
              <a:defRPr sz="1800" b="0">
                <a:solidFill>
                  <a:srgbClr val="0F172A"/>
                </a:solidFill>
                <a:latin typeface="Inter"/>
                <a:ea typeface="Inter"/>
                <a:cs typeface="Inter"/>
              </a:defRPr>
            </a:lvl5pPr>
            <a:lvl6pPr>
              <a:defRPr sz="1800" b="0">
                <a:solidFill>
                  <a:srgbClr val="0F172A"/>
                </a:solidFill>
                <a:latin typeface="Inter"/>
                <a:ea typeface="Inter"/>
                <a:cs typeface="Inter"/>
              </a:defRPr>
            </a:lvl6pPr>
            <a:lvl7pPr>
              <a:defRPr sz="1800" b="0">
                <a:solidFill>
                  <a:srgbClr val="0F172A"/>
                </a:solidFill>
                <a:latin typeface="Inter"/>
                <a:ea typeface="Inter"/>
                <a:cs typeface="Inter"/>
              </a:defRPr>
            </a:lvl7pPr>
            <a:lvl8pPr>
              <a:defRPr sz="1800" b="0">
                <a:solidFill>
                  <a:srgbClr val="0F172A"/>
                </a:solidFill>
                <a:latin typeface="Inter"/>
                <a:ea typeface="Inter"/>
                <a:cs typeface="Inter"/>
              </a:defRPr>
            </a:lvl8pPr>
            <a:lvl9pPr>
              <a:defRPr sz="1800" b="0">
                <a:solidFill>
                  <a:srgbClr val="0F172A"/>
                </a:solidFill>
                <a:latin typeface="Inter"/>
                <a:ea typeface="Inter"/>
                <a:cs typeface="Inter"/>
              </a:defRPr>
            </a:lvl9pPr>
          </a:lstStyle>
          <a:p xmlns:a="http://schemas.openxmlformats.org/drawingml/2006/main">
            <a:pPr>
              <a:defRPr sz="1800" b="0">
                <a:solidFill>
                  <a:srgbClr val="0F172A"/>
                </a:solidFill>
                <a:latin typeface="Inter"/>
                <a:ea typeface="Inter"/>
                <a:cs typeface="Inter"/>
              </a:defRPr>
            </a:pPr>
            <a:r>
              <a:rPr sz="1800" b="0">
                <a:solidFill>
                  <a:srgbClr val="0F172A"/>
                </a:solidFill>
                <a:latin typeface="Inter"/>
                <a:ea typeface="Inter"/>
                <a:cs typeface="Inter"/>
              </a:rPr>
              <a:t>Slides 7–10</a:t>
            </a:r>
          </a:p>
        </p:txBody>
      </p:sp>
      <p:sp>
        <p:nvSpPr>
          <p:cNvPr id="19" name="">
            <a:extLst xmlns:a="http://schemas.openxmlformats.org/drawingml/2006/main">
              <a:ext uri="{FF2B5EF4-FFF2-40B4-BE49-F238E27FC236}">
                <a16:creationId xmlns:a16="http://schemas.microsoft.com/office/drawing/2014/main" id="{800C30F0-039B-4D9A-B7BC-DFCE6ED76FA1}"/>
              </a:ext>
            </a:extLst>
          </p:cNvPr>
          <p:cNvSpPr>
            <a:spLocks xmlns:a="http://schemas.openxmlformats.org/drawingml/2006/main" noGrp="1"/>
          </p:cNvSpPr>
          <p:nvPr/>
        </p:nvSpPr>
        <p:spPr>
          <a:xfrm xmlns:a="http://schemas.openxmlformats.org/drawingml/2006/main">
            <a:off x="1200150" y="4686300"/>
            <a:ext cx="66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550" b="1">
                <a:solidFill>
                  <a:srgbClr val="0284C7"/>
                </a:solidFill>
                <a:latin typeface="Manrope"/>
                <a:ea typeface="Manrope"/>
                <a:cs typeface="Manrope"/>
              </a:defRPr>
            </a:defPPr>
            <a:lvl1pPr>
              <a:defRPr sz="2550" b="1">
                <a:solidFill>
                  <a:srgbClr val="0284C7"/>
                </a:solidFill>
                <a:latin typeface="Manrope"/>
                <a:ea typeface="Manrope"/>
                <a:cs typeface="Manrope"/>
              </a:defRPr>
            </a:lvl1pPr>
            <a:lvl2pPr>
              <a:defRPr sz="2550" b="1">
                <a:solidFill>
                  <a:srgbClr val="0284C7"/>
                </a:solidFill>
                <a:latin typeface="Manrope"/>
                <a:ea typeface="Manrope"/>
                <a:cs typeface="Manrope"/>
              </a:defRPr>
            </a:lvl2pPr>
            <a:lvl3pPr>
              <a:defRPr sz="2550" b="1">
                <a:solidFill>
                  <a:srgbClr val="0284C7"/>
                </a:solidFill>
                <a:latin typeface="Manrope"/>
                <a:ea typeface="Manrope"/>
                <a:cs typeface="Manrope"/>
              </a:defRPr>
            </a:lvl3pPr>
            <a:lvl4pPr>
              <a:defRPr sz="2550" b="1">
                <a:solidFill>
                  <a:srgbClr val="0284C7"/>
                </a:solidFill>
                <a:latin typeface="Manrope"/>
                <a:ea typeface="Manrope"/>
                <a:cs typeface="Manrope"/>
              </a:defRPr>
            </a:lvl4pPr>
            <a:lvl5pPr>
              <a:defRPr sz="2550" b="1">
                <a:solidFill>
                  <a:srgbClr val="0284C7"/>
                </a:solidFill>
                <a:latin typeface="Manrope"/>
                <a:ea typeface="Manrope"/>
                <a:cs typeface="Manrope"/>
              </a:defRPr>
            </a:lvl5pPr>
            <a:lvl6pPr>
              <a:defRPr sz="2550" b="1">
                <a:solidFill>
                  <a:srgbClr val="0284C7"/>
                </a:solidFill>
                <a:latin typeface="Manrope"/>
                <a:ea typeface="Manrope"/>
                <a:cs typeface="Manrope"/>
              </a:defRPr>
            </a:lvl6pPr>
            <a:lvl7pPr>
              <a:defRPr sz="2550" b="1">
                <a:solidFill>
                  <a:srgbClr val="0284C7"/>
                </a:solidFill>
                <a:latin typeface="Manrope"/>
                <a:ea typeface="Manrope"/>
                <a:cs typeface="Manrope"/>
              </a:defRPr>
            </a:lvl7pPr>
            <a:lvl8pPr>
              <a:defRPr sz="2550" b="1">
                <a:solidFill>
                  <a:srgbClr val="0284C7"/>
                </a:solidFill>
                <a:latin typeface="Manrope"/>
                <a:ea typeface="Manrope"/>
                <a:cs typeface="Manrope"/>
              </a:defRPr>
            </a:lvl8pPr>
            <a:lvl9pPr>
              <a:defRPr sz="2550" b="1">
                <a:solidFill>
                  <a:srgbClr val="0284C7"/>
                </a:solidFill>
                <a:latin typeface="Manrope"/>
                <a:ea typeface="Manrope"/>
                <a:cs typeface="Manrope"/>
              </a:defRPr>
            </a:lvl9pPr>
          </a:lstStyle>
          <a:p xmlns:a="http://schemas.openxmlformats.org/drawingml/2006/main">
            <a:pPr>
              <a:defRPr sz="2550" b="1">
                <a:solidFill>
                  <a:srgbClr val="0284C7"/>
                </a:solidFill>
                <a:latin typeface="Manrope"/>
                <a:ea typeface="Manrope"/>
                <a:cs typeface="Manrope"/>
              </a:defRPr>
            </a:pPr>
            <a:r>
              <a:rPr sz="2550" b="1">
                <a:solidFill>
                  <a:srgbClr val="0284C7"/>
                </a:solidFill>
                <a:latin typeface="Manrope"/>
                <a:ea typeface="Manrope"/>
                <a:cs typeface="Manrope"/>
              </a:rPr>
              <a:t>04</a:t>
            </a:r>
          </a:p>
        </p:txBody>
      </p:sp>
      <p:sp>
        <p:nvSpPr>
          <p:cNvPr id="20" name="">
            <a:extLst xmlns:a="http://schemas.openxmlformats.org/drawingml/2006/main">
              <a:ext uri="{FF2B5EF4-FFF2-40B4-BE49-F238E27FC236}">
                <a16:creationId xmlns:a16="http://schemas.microsoft.com/office/drawing/2014/main" id="{5BA0B986-6AE2-46B7-B7E8-928A57972CA6}"/>
              </a:ext>
            </a:extLst>
          </p:cNvPr>
          <p:cNvSpPr>
            <a:spLocks xmlns:a="http://schemas.openxmlformats.org/drawingml/2006/main" noGrp="1"/>
          </p:cNvSpPr>
          <p:nvPr/>
        </p:nvSpPr>
        <p:spPr>
          <a:xfrm xmlns:a="http://schemas.openxmlformats.org/drawingml/2006/main">
            <a:off x="2190750" y="468630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0F172A"/>
                </a:solidFill>
                <a:latin typeface="Manrope"/>
                <a:ea typeface="Manrope"/>
                <a:cs typeface="Manrope"/>
              </a:defRPr>
            </a:defPPr>
            <a:lvl1pPr>
              <a:defRPr sz="2400" b="1">
                <a:solidFill>
                  <a:srgbClr val="0F172A"/>
                </a:solidFill>
                <a:latin typeface="Manrope"/>
                <a:ea typeface="Manrope"/>
                <a:cs typeface="Manrope"/>
              </a:defRPr>
            </a:lvl1pPr>
            <a:lvl2pPr>
              <a:defRPr sz="2400" b="1">
                <a:solidFill>
                  <a:srgbClr val="0F172A"/>
                </a:solidFill>
                <a:latin typeface="Manrope"/>
                <a:ea typeface="Manrope"/>
                <a:cs typeface="Manrope"/>
              </a:defRPr>
            </a:lvl2pPr>
            <a:lvl3pPr>
              <a:defRPr sz="2400" b="1">
                <a:solidFill>
                  <a:srgbClr val="0F172A"/>
                </a:solidFill>
                <a:latin typeface="Manrope"/>
                <a:ea typeface="Manrope"/>
                <a:cs typeface="Manrope"/>
              </a:defRPr>
            </a:lvl3pPr>
            <a:lvl4pPr>
              <a:defRPr sz="2400" b="1">
                <a:solidFill>
                  <a:srgbClr val="0F172A"/>
                </a:solidFill>
                <a:latin typeface="Manrope"/>
                <a:ea typeface="Manrope"/>
                <a:cs typeface="Manrope"/>
              </a:defRPr>
            </a:lvl4pPr>
            <a:lvl5pPr>
              <a:defRPr sz="2400" b="1">
                <a:solidFill>
                  <a:srgbClr val="0F172A"/>
                </a:solidFill>
                <a:latin typeface="Manrope"/>
                <a:ea typeface="Manrope"/>
                <a:cs typeface="Manrope"/>
              </a:defRPr>
            </a:lvl5pPr>
            <a:lvl6pPr>
              <a:defRPr sz="2400" b="1">
                <a:solidFill>
                  <a:srgbClr val="0F172A"/>
                </a:solidFill>
                <a:latin typeface="Manrope"/>
                <a:ea typeface="Manrope"/>
                <a:cs typeface="Manrope"/>
              </a:defRPr>
            </a:lvl6pPr>
            <a:lvl7pPr>
              <a:defRPr sz="2400" b="1">
                <a:solidFill>
                  <a:srgbClr val="0F172A"/>
                </a:solidFill>
                <a:latin typeface="Manrope"/>
                <a:ea typeface="Manrope"/>
                <a:cs typeface="Manrope"/>
              </a:defRPr>
            </a:lvl7pPr>
            <a:lvl8pPr>
              <a:defRPr sz="2400" b="1">
                <a:solidFill>
                  <a:srgbClr val="0F172A"/>
                </a:solidFill>
                <a:latin typeface="Manrope"/>
                <a:ea typeface="Manrope"/>
                <a:cs typeface="Manrope"/>
              </a:defRPr>
            </a:lvl8pPr>
            <a:lvl9pPr>
              <a:defRPr sz="2400" b="1">
                <a:solidFill>
                  <a:srgbClr val="0F172A"/>
                </a:solidFill>
                <a:latin typeface="Manrope"/>
                <a:ea typeface="Manrope"/>
                <a:cs typeface="Manrope"/>
              </a:defRPr>
            </a:lvl9pPr>
          </a:lstStyle>
          <a:p xmlns:a="http://schemas.openxmlformats.org/drawingml/2006/main">
            <a:pPr>
              <a:defRPr sz="2400" b="1">
                <a:solidFill>
                  <a:srgbClr val="0F172A"/>
                </a:solidFill>
                <a:latin typeface="Manrope"/>
                <a:ea typeface="Manrope"/>
                <a:cs typeface="Manrope"/>
              </a:defRPr>
            </a:pPr>
            <a:r>
              <a:rPr sz="2400" b="1">
                <a:solidFill>
                  <a:srgbClr val="0F172A"/>
                </a:solidFill>
                <a:latin typeface="Manrope"/>
                <a:ea typeface="Manrope"/>
                <a:cs typeface="Manrope"/>
              </a:rPr>
              <a:t>Live demo and discussion</a:t>
            </a:r>
          </a:p>
        </p:txBody>
      </p:sp>
      <p:sp>
        <p:nvSpPr>
          <p:cNvPr id="21" name="">
            <a:extLst xmlns:a="http://schemas.openxmlformats.org/drawingml/2006/main">
              <a:ext uri="{FF2B5EF4-FFF2-40B4-BE49-F238E27FC236}">
                <a16:creationId xmlns:a16="http://schemas.microsoft.com/office/drawing/2014/main" id="{7A03CAE5-C356-4165-8040-94BA810C7CCE}"/>
              </a:ext>
            </a:extLst>
          </p:cNvPr>
          <p:cNvSpPr>
            <a:spLocks xmlns:a="http://schemas.openxmlformats.org/drawingml/2006/main" noGrp="1"/>
          </p:cNvSpPr>
          <p:nvPr/>
        </p:nvSpPr>
        <p:spPr>
          <a:xfrm xmlns:a="http://schemas.openxmlformats.org/drawingml/2006/main">
            <a:off x="9144000" y="4733925"/>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0F172A"/>
                </a:solidFill>
                <a:latin typeface="Inter"/>
                <a:ea typeface="Inter"/>
                <a:cs typeface="Inter"/>
              </a:defRPr>
            </a:defPPr>
            <a:lvl1pPr>
              <a:defRPr sz="1800" b="0">
                <a:solidFill>
                  <a:srgbClr val="0F172A"/>
                </a:solidFill>
                <a:latin typeface="Inter"/>
                <a:ea typeface="Inter"/>
                <a:cs typeface="Inter"/>
              </a:defRPr>
            </a:lvl1pPr>
            <a:lvl2pPr>
              <a:defRPr sz="1800" b="0">
                <a:solidFill>
                  <a:srgbClr val="0F172A"/>
                </a:solidFill>
                <a:latin typeface="Inter"/>
                <a:ea typeface="Inter"/>
                <a:cs typeface="Inter"/>
              </a:defRPr>
            </a:lvl2pPr>
            <a:lvl3pPr>
              <a:defRPr sz="1800" b="0">
                <a:solidFill>
                  <a:srgbClr val="0F172A"/>
                </a:solidFill>
                <a:latin typeface="Inter"/>
                <a:ea typeface="Inter"/>
                <a:cs typeface="Inter"/>
              </a:defRPr>
            </a:lvl3pPr>
            <a:lvl4pPr>
              <a:defRPr sz="1800" b="0">
                <a:solidFill>
                  <a:srgbClr val="0F172A"/>
                </a:solidFill>
                <a:latin typeface="Inter"/>
                <a:ea typeface="Inter"/>
                <a:cs typeface="Inter"/>
              </a:defRPr>
            </a:lvl4pPr>
            <a:lvl5pPr>
              <a:defRPr sz="1800" b="0">
                <a:solidFill>
                  <a:srgbClr val="0F172A"/>
                </a:solidFill>
                <a:latin typeface="Inter"/>
                <a:ea typeface="Inter"/>
                <a:cs typeface="Inter"/>
              </a:defRPr>
            </a:lvl5pPr>
            <a:lvl6pPr>
              <a:defRPr sz="1800" b="0">
                <a:solidFill>
                  <a:srgbClr val="0F172A"/>
                </a:solidFill>
                <a:latin typeface="Inter"/>
                <a:ea typeface="Inter"/>
                <a:cs typeface="Inter"/>
              </a:defRPr>
            </a:lvl6pPr>
            <a:lvl7pPr>
              <a:defRPr sz="1800" b="0">
                <a:solidFill>
                  <a:srgbClr val="0F172A"/>
                </a:solidFill>
                <a:latin typeface="Inter"/>
                <a:ea typeface="Inter"/>
                <a:cs typeface="Inter"/>
              </a:defRPr>
            </a:lvl7pPr>
            <a:lvl8pPr>
              <a:defRPr sz="1800" b="0">
                <a:solidFill>
                  <a:srgbClr val="0F172A"/>
                </a:solidFill>
                <a:latin typeface="Inter"/>
                <a:ea typeface="Inter"/>
                <a:cs typeface="Inter"/>
              </a:defRPr>
            </a:lvl8pPr>
            <a:lvl9pPr>
              <a:defRPr sz="1800" b="0">
                <a:solidFill>
                  <a:srgbClr val="0F172A"/>
                </a:solidFill>
                <a:latin typeface="Inter"/>
                <a:ea typeface="Inter"/>
                <a:cs typeface="Inter"/>
              </a:defRPr>
            </a:lvl9pPr>
          </a:lstStyle>
          <a:p xmlns:a="http://schemas.openxmlformats.org/drawingml/2006/main">
            <a:pPr>
              <a:defRPr sz="1800" b="0">
                <a:solidFill>
                  <a:srgbClr val="0F172A"/>
                </a:solidFill>
                <a:latin typeface="Inter"/>
                <a:ea typeface="Inter"/>
                <a:cs typeface="Inter"/>
              </a:defRPr>
            </a:pPr>
            <a:r>
              <a:rPr sz="1800" b="0">
                <a:solidFill>
                  <a:srgbClr val="0F172A"/>
                </a:solidFill>
                <a:latin typeface="Inter"/>
                <a:ea typeface="Inter"/>
                <a:cs typeface="Inter"/>
              </a:rPr>
              <a:t>Slides 11–12</a:t>
            </a:r>
          </a:p>
        </p:txBody>
      </p:sp>
    </p:spTree>
    <p:extLst>
      <p:ext uri="{BB962C8B-B14F-4D97-AF65-F5344CB8AC3E}">
        <p14:creationId xmlns:p14="http://schemas.microsoft.com/office/powerpoint/2010/main" val="191159277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ounded Rectangle 1">
            <a:extLst xmlns:a="http://schemas.openxmlformats.org/drawingml/2006/main">
              <a:ext uri="{FF2B5EF4-FFF2-40B4-BE49-F238E27FC236}">
                <a16:creationId xmlns:a16="http://schemas.microsoft.com/office/drawing/2014/main" id="{84A9CBFA-11E1-412D-B6A5-A4B356F4E27B}"/>
              </a:ext>
            </a:extLst>
          </p:cNvPr>
          <p:cNvSpPr>
            <a:spLocks xmlns:a="http://schemas.openxmlformats.org/drawingml/2006/main" noGrp="1"/>
          </p:cNvSpPr>
          <p:nvPr/>
        </p:nvSpPr>
        <p:spPr>
          <a:xfrm xmlns:a="http://schemas.openxmlformats.org/drawingml/2006/main">
            <a:off x="731520" y="384048"/>
            <a:ext cx="137160" cy="4434840"/>
          </a:xfrm>
          <a:prstGeom xmlns:a="http://schemas.openxmlformats.org/drawingml/2006/main" prst="roundRect">
            <a:avLst>
              <a:gd name="adj" fmla="val 4000"/>
            </a:avLst>
          </a:prstGeom>
          <a:solidFill xmlns:a="http://schemas.openxmlformats.org/drawingml/2006/main">
            <a:srgbClr val="0284C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ounded Rectangle 2">
            <a:extLst xmlns:a="http://schemas.openxmlformats.org/drawingml/2006/main">
              <a:ext uri="{FF2B5EF4-FFF2-40B4-BE49-F238E27FC236}">
                <a16:creationId xmlns:a16="http://schemas.microsoft.com/office/drawing/2014/main" id="{BB56FD6D-05B7-4D41-89C7-F9326BBEDFA6}"/>
              </a:ext>
            </a:extLst>
          </p:cNvPr>
          <p:cNvSpPr>
            <a:spLocks xmlns:a="http://schemas.openxmlformats.org/drawingml/2006/main" noGrp="1"/>
          </p:cNvSpPr>
          <p:nvPr/>
        </p:nvSpPr>
        <p:spPr>
          <a:xfrm xmlns:a="http://schemas.openxmlformats.org/drawingml/2006/main">
            <a:off x="1005840" y="384048"/>
            <a:ext cx="1659636" cy="329184"/>
          </a:xfrm>
          <a:prstGeom xmlns:a="http://schemas.openxmlformats.org/drawingml/2006/main" prst="roundRect">
            <a:avLst>
              <a:gd name="adj" fmla="val 4000"/>
            </a:avLst>
          </a:prstGeom>
          <a:solidFill xmlns:a="http://schemas.openxmlformats.org/drawingml/2006/main">
            <a:srgbClr val="256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A967E0D1-CF08-4E92-B9DF-9ABABCCF93D9}"/>
              </a:ext>
            </a:extLst>
          </p:cNvPr>
          <p:cNvSpPr>
            <a:spLocks xmlns:a="http://schemas.openxmlformats.org/drawingml/2006/main" noGrp="1"/>
          </p:cNvSpPr>
          <p:nvPr/>
        </p:nvSpPr>
        <p:spPr>
          <a:xfrm xmlns:a="http://schemas.openxmlformats.org/drawingml/2006/main">
            <a:off x="1078992" y="402336"/>
            <a:ext cx="1659636" cy="3017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100" b="1">
                <a:solidFill>
                  <a:srgbClr val="FFFFFF"/>
                </a:solidFill>
                <a:latin typeface="Manrope"/>
                <a:ea typeface="Manrope"/>
                <a:cs typeface="Manrope"/>
              </a:rPr>
              <a:t>01 • VẤN ĐỀ</a:t>
            </a:r>
          </a:p>
        </p:txBody>
      </p:sp>
      <p:sp>
        <p:nvSpPr>
          <p:cNvPr id="5" name="TextBox 4">
            <a:extLst xmlns:a="http://schemas.openxmlformats.org/drawingml/2006/main">
              <a:ext uri="{FF2B5EF4-FFF2-40B4-BE49-F238E27FC236}">
                <a16:creationId xmlns:a16="http://schemas.microsoft.com/office/drawing/2014/main" id="{67CBD17A-CC0E-4333-A9D4-9E8B7026B43C}"/>
              </a:ext>
            </a:extLst>
          </p:cNvPr>
          <p:cNvSpPr>
            <a:spLocks xmlns:a="http://schemas.openxmlformats.org/drawingml/2006/main" noGrp="1"/>
          </p:cNvSpPr>
          <p:nvPr/>
        </p:nvSpPr>
        <p:spPr>
          <a:xfrm xmlns:a="http://schemas.openxmlformats.org/drawingml/2006/main">
            <a:off x="1005840" y="804672"/>
            <a:ext cx="10424160"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3000" b="1">
                <a:solidFill>
                  <a:srgbClr val="0F172A"/>
                </a:solidFill>
                <a:latin typeface="Manrope"/>
                <a:ea typeface="Manrope"/>
                <a:cs typeface="Manrope"/>
              </a:defRPr>
            </a:defPPr>
            <a:lvl1pPr>
              <a:defRPr sz="3000" b="1">
                <a:solidFill>
                  <a:srgbClr val="0F172A"/>
                </a:solidFill>
                <a:latin typeface="Manrope"/>
                <a:ea typeface="Manrope"/>
                <a:cs typeface="Manrope"/>
              </a:defRPr>
            </a:lvl1pPr>
            <a:lvl2pPr>
              <a:defRPr sz="3000" b="1">
                <a:solidFill>
                  <a:srgbClr val="0F172A"/>
                </a:solidFill>
                <a:latin typeface="Manrope"/>
                <a:ea typeface="Manrope"/>
                <a:cs typeface="Manrope"/>
              </a:defRPr>
            </a:lvl2pPr>
            <a:lvl3pPr>
              <a:defRPr sz="3000" b="1">
                <a:solidFill>
                  <a:srgbClr val="0F172A"/>
                </a:solidFill>
                <a:latin typeface="Manrope"/>
                <a:ea typeface="Manrope"/>
                <a:cs typeface="Manrope"/>
              </a:defRPr>
            </a:lvl3pPr>
            <a:lvl4pPr>
              <a:defRPr sz="3000" b="1">
                <a:solidFill>
                  <a:srgbClr val="0F172A"/>
                </a:solidFill>
                <a:latin typeface="Manrope"/>
                <a:ea typeface="Manrope"/>
                <a:cs typeface="Manrope"/>
              </a:defRPr>
            </a:lvl4pPr>
            <a:lvl5pPr>
              <a:defRPr sz="3000" b="1">
                <a:solidFill>
                  <a:srgbClr val="0F172A"/>
                </a:solidFill>
                <a:latin typeface="Manrope"/>
                <a:ea typeface="Manrope"/>
                <a:cs typeface="Manrope"/>
              </a:defRPr>
            </a:lvl5pPr>
            <a:lvl6pPr>
              <a:defRPr sz="3000" b="1">
                <a:solidFill>
                  <a:srgbClr val="0F172A"/>
                </a:solidFill>
                <a:latin typeface="Manrope"/>
                <a:ea typeface="Manrope"/>
                <a:cs typeface="Manrope"/>
              </a:defRPr>
            </a:lvl6pPr>
            <a:lvl7pPr>
              <a:defRPr sz="3000" b="1">
                <a:solidFill>
                  <a:srgbClr val="0F172A"/>
                </a:solidFill>
                <a:latin typeface="Manrope"/>
                <a:ea typeface="Manrope"/>
                <a:cs typeface="Manrope"/>
              </a:defRPr>
            </a:lvl7pPr>
            <a:lvl8pPr>
              <a:defRPr sz="3000" b="1">
                <a:solidFill>
                  <a:srgbClr val="0F172A"/>
                </a:solidFill>
                <a:latin typeface="Manrope"/>
                <a:ea typeface="Manrope"/>
                <a:cs typeface="Manrope"/>
              </a:defRPr>
            </a:lvl8pPr>
            <a:lvl9pPr>
              <a:defRPr sz="3000" b="1">
                <a:solidFill>
                  <a:srgbClr val="0F172A"/>
                </a:solidFill>
                <a:latin typeface="Manrope"/>
                <a:ea typeface="Manrope"/>
                <a:cs typeface="Manrope"/>
              </a:defRPr>
            </a:lvl9pPr>
          </a:lstStyle>
          <a:p xmlns:a="http://schemas.openxmlformats.org/drawingml/2006/main">
            <a:pPr>
              <a:defRPr sz="3000" b="1">
                <a:solidFill>
                  <a:srgbClr val="0F172A"/>
                </a:solidFill>
                <a:latin typeface="Manrope"/>
                <a:ea typeface="Manrope"/>
                <a:cs typeface="Manrope"/>
              </a:defRPr>
            </a:pPr>
            <a:r>
              <a:rPr sz="3000" b="1">
                <a:solidFill>
                  <a:srgbClr val="0F172A"/>
                </a:solidFill>
                <a:latin typeface="Manrope"/>
                <a:ea typeface="Manrope"/>
                <a:cs typeface="Manrope"/>
              </a:rPr>
              <a:t>Low-SNR signal model</a:t>
            </a:r>
          </a:p>
        </p:txBody>
      </p:sp>
      <p:sp>
        <p:nvSpPr>
          <p:cNvPr id="6" name="TextBox 5">
            <a:extLst xmlns:a="http://schemas.openxmlformats.org/drawingml/2006/main">
              <a:ext uri="{FF2B5EF4-FFF2-40B4-BE49-F238E27FC236}">
                <a16:creationId xmlns:a16="http://schemas.microsoft.com/office/drawing/2014/main" id="{D402E5A7-9649-496E-9640-A9C9044376F5}"/>
              </a:ext>
            </a:extLst>
          </p:cNvPr>
          <p:cNvSpPr>
            <a:spLocks xmlns:a="http://schemas.openxmlformats.org/drawingml/2006/main" noGrp="1"/>
          </p:cNvSpPr>
          <p:nvPr/>
        </p:nvSpPr>
        <p:spPr>
          <a:xfrm xmlns:a="http://schemas.openxmlformats.org/drawingml/2006/main">
            <a:off x="1005840" y="1389888"/>
            <a:ext cx="5492750" cy="24003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575">
                <a:solidFill>
                  <a:srgbClr val="0F172A"/>
                </a:solidFill>
                <a:latin typeface="Inter"/>
                <a:ea typeface="Inter"/>
                <a:cs typeface="Inter"/>
              </a:defRPr>
            </a:defPPr>
            <a:lvl1pPr>
              <a:defRPr sz="1575">
                <a:solidFill>
                  <a:srgbClr val="0F172A"/>
                </a:solidFill>
                <a:latin typeface="Inter"/>
                <a:ea typeface="Inter"/>
                <a:cs typeface="Inter"/>
              </a:defRPr>
            </a:lvl1pPr>
            <a:lvl2pPr>
              <a:defRPr sz="1575">
                <a:solidFill>
                  <a:srgbClr val="0F172A"/>
                </a:solidFill>
                <a:latin typeface="Inter"/>
                <a:ea typeface="Inter"/>
                <a:cs typeface="Inter"/>
              </a:defRPr>
            </a:lvl2pPr>
            <a:lvl3pPr>
              <a:defRPr sz="1575">
                <a:solidFill>
                  <a:srgbClr val="0F172A"/>
                </a:solidFill>
                <a:latin typeface="Inter"/>
                <a:ea typeface="Inter"/>
                <a:cs typeface="Inter"/>
              </a:defRPr>
            </a:lvl3pPr>
            <a:lvl4pPr>
              <a:defRPr sz="1575">
                <a:solidFill>
                  <a:srgbClr val="0F172A"/>
                </a:solidFill>
                <a:latin typeface="Inter"/>
                <a:ea typeface="Inter"/>
                <a:cs typeface="Inter"/>
              </a:defRPr>
            </a:lvl4pPr>
            <a:lvl5pPr>
              <a:defRPr sz="1575">
                <a:solidFill>
                  <a:srgbClr val="0F172A"/>
                </a:solidFill>
                <a:latin typeface="Inter"/>
                <a:ea typeface="Inter"/>
                <a:cs typeface="Inter"/>
              </a:defRPr>
            </a:lvl5pPr>
            <a:lvl6pPr>
              <a:defRPr sz="1575">
                <a:solidFill>
                  <a:srgbClr val="0F172A"/>
                </a:solidFill>
                <a:latin typeface="Inter"/>
                <a:ea typeface="Inter"/>
                <a:cs typeface="Inter"/>
              </a:defRPr>
            </a:lvl6pPr>
            <a:lvl7pPr>
              <a:defRPr sz="1575">
                <a:solidFill>
                  <a:srgbClr val="0F172A"/>
                </a:solidFill>
                <a:latin typeface="Inter"/>
                <a:ea typeface="Inter"/>
                <a:cs typeface="Inter"/>
              </a:defRPr>
            </a:lvl7pPr>
            <a:lvl8pPr>
              <a:defRPr sz="1575">
                <a:solidFill>
                  <a:srgbClr val="0F172A"/>
                </a:solidFill>
                <a:latin typeface="Inter"/>
                <a:ea typeface="Inter"/>
                <a:cs typeface="Inter"/>
              </a:defRPr>
            </a:lvl8pPr>
            <a:lvl9pPr>
              <a:defRPr sz="1575">
                <a:solidFill>
                  <a:srgbClr val="0F172A"/>
                </a:solidFill>
                <a:latin typeface="Inter"/>
                <a:ea typeface="Inter"/>
                <a:cs typeface="Inter"/>
              </a:defRPr>
            </a:lvl9pPr>
          </a:lstStyle>
          <a:p xmlns:a="http://schemas.openxmlformats.org/drawingml/2006/main">
            <a:pPr>
              <a:defRPr sz="1575">
                <a:solidFill>
                  <a:srgbClr val="0F172A"/>
                </a:solidFill>
                <a:latin typeface="Inter"/>
                <a:ea typeface="Inter"/>
                <a:cs typeface="Inter"/>
              </a:defRPr>
            </a:pPr>
            <a:r>
              <a:rPr sz="1575" b="0">
                <a:solidFill>
                  <a:srgbClr val="0F172A"/>
                </a:solidFill>
                <a:latin typeface="Inter"/>
                <a:ea typeface="Inter"/>
                <a:cs typeface="Inter"/>
              </a:rPr>
              <a:t>Target region: −10 to +2 dB     Benchmark grid: −10 to +18 dB</a:t>
            </a:r>
          </a:p>
        </p:txBody>
      </p:sp>
      <p:sp>
        <p:nvSpPr>
          <p:cNvPr id="7" name="Rectangle 6">
            <a:extLst xmlns:a="http://schemas.openxmlformats.org/drawingml/2006/main">
              <a:ext uri="{FF2B5EF4-FFF2-40B4-BE49-F238E27FC236}">
                <a16:creationId xmlns:a16="http://schemas.microsoft.com/office/drawing/2014/main" id="{03CD3DAD-26AC-44B0-810F-3BC431F03888}"/>
              </a:ext>
            </a:extLst>
          </p:cNvPr>
          <p:cNvSpPr>
            <a:spLocks xmlns:a="http://schemas.openxmlformats.org/drawingml/2006/main" noGrp="1"/>
          </p:cNvSpPr>
          <p:nvPr/>
        </p:nvSpPr>
        <p:spPr>
          <a:xfrm xmlns:a="http://schemas.openxmlformats.org/drawingml/2006/main">
            <a:off x="731520" y="6035040"/>
            <a:ext cx="10725912" cy="9144"/>
          </a:xfrm>
          <a:prstGeom xmlns:a="http://schemas.openxmlformats.org/drawingml/2006/main" prst="rect">
            <a:avLst/>
          </a:prstGeom>
          <a:solidFill xmlns:a="http://schemas.openxmlformats.org/drawingml/2006/main">
            <a:srgbClr val="E2E8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C0467CF2-DD2D-49DE-A6D1-036C66FB3552}"/>
              </a:ext>
            </a:extLst>
          </p:cNvPr>
          <p:cNvSpPr>
            <a:spLocks xmlns:a="http://schemas.openxmlformats.org/drawingml/2006/main" noGrp="1"/>
          </p:cNvSpPr>
          <p:nvPr/>
        </p:nvSpPr>
        <p:spPr>
          <a:xfrm xmlns:a="http://schemas.openxmlformats.org/drawingml/2006/main">
            <a:off x="731520" y="6144768"/>
            <a:ext cx="7772400" cy="3200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900" b="0">
                <a:solidFill>
                  <a:srgbClr val="94A3B8"/>
                </a:solidFill>
                <a:latin typeface="Inter"/>
                <a:ea typeface="Inter"/>
                <a:cs typeface="Inter"/>
              </a:rPr>
              <a:t>EE136: Machine Learning for Wireless Communications | Topic 4 Capstone Defense</a:t>
            </a:r>
          </a:p>
        </p:txBody>
      </p:sp>
      <p:sp>
        <p:nvSpPr>
          <p:cNvPr id="9" name="TextBox 8">
            <a:extLst xmlns:a="http://schemas.openxmlformats.org/drawingml/2006/main">
              <a:ext uri="{FF2B5EF4-FFF2-40B4-BE49-F238E27FC236}">
                <a16:creationId xmlns:a16="http://schemas.microsoft.com/office/drawing/2014/main" id="{B3B0B852-ACE5-445E-84C5-C8DEB131FFC0}"/>
              </a:ext>
            </a:extLst>
          </p:cNvPr>
          <p:cNvSpPr>
            <a:spLocks xmlns:a="http://schemas.openxmlformats.org/drawingml/2006/main" noGrp="1"/>
          </p:cNvSpPr>
          <p:nvPr/>
        </p:nvSpPr>
        <p:spPr>
          <a:xfrm xmlns:a="http://schemas.openxmlformats.org/drawingml/2006/main">
            <a:off x="9601200" y="6144768"/>
            <a:ext cx="817880" cy="2286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900" b="0">
                <a:solidFill>
                  <a:srgbClr val="94A3B8"/>
                </a:solidFill>
                <a:latin typeface="Inter"/>
                <a:ea typeface="Inter"/>
                <a:cs typeface="Inter"/>
              </a:rPr>
              <a:t>Slide 3 of 14</a:t>
            </a:r>
          </a:p>
        </p:txBody>
      </p:sp>
      <p:sp>
        <p:nvSpPr>
          <p:cNvPr id="10" name="">
            <a:extLst xmlns:a="http://schemas.openxmlformats.org/drawingml/2006/main">
              <a:ext uri="{FF2B5EF4-FFF2-40B4-BE49-F238E27FC236}">
                <a16:creationId xmlns:a16="http://schemas.microsoft.com/office/drawing/2014/main" id="{DC39FE68-4C87-4514-BA8F-051E2983D295}"/>
              </a:ext>
            </a:extLst>
          </p:cNvPr>
          <p:cNvSpPr>
            <a:spLocks xmlns:a="http://schemas.openxmlformats.org/drawingml/2006/main" noGrp="1"/>
          </p:cNvSpPr>
          <p:nvPr/>
        </p:nvSpPr>
        <p:spPr>
          <a:xfrm xmlns:a="http://schemas.openxmlformats.org/drawingml/2006/main">
            <a:off x="1047750" y="1952625"/>
            <a:ext cx="5810250" cy="238125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9525">
            <a:solidFill>
              <a:srgbClr val="E2E8F0"/>
            </a:solidFill>
            <a:prstDash val="solid"/>
          </a:ln>
        </p:spPr>
      </p:sp>
      <p:sp>
        <p:nvSpPr>
          <p:cNvPr id="11" name="">
            <a:extLst xmlns:a="http://schemas.openxmlformats.org/drawingml/2006/main">
              <a:ext uri="{FF2B5EF4-FFF2-40B4-BE49-F238E27FC236}">
                <a16:creationId xmlns:a16="http://schemas.microsoft.com/office/drawing/2014/main" id="{DDA727AA-49D0-4085-BEA8-8A35EC33D0CE}"/>
              </a:ext>
            </a:extLst>
          </p:cNvPr>
          <p:cNvSpPr>
            <a:spLocks xmlns:a="http://schemas.openxmlformats.org/drawingml/2006/main" noGrp="1"/>
          </p:cNvSpPr>
          <p:nvPr/>
        </p:nvSpPr>
        <p:spPr>
          <a:xfrm xmlns:a="http://schemas.openxmlformats.org/drawingml/2006/main">
            <a:off x="1276350" y="2143125"/>
            <a:ext cx="5353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284C7"/>
                </a:solidFill>
                <a:latin typeface="Manrope"/>
                <a:ea typeface="Manrope"/>
                <a:cs typeface="Manrope"/>
              </a:defRPr>
            </a:defPPr>
            <a:lvl1pPr>
              <a:defRPr sz="2025" b="1">
                <a:solidFill>
                  <a:srgbClr val="0284C7"/>
                </a:solidFill>
                <a:latin typeface="Manrope"/>
                <a:ea typeface="Manrope"/>
                <a:cs typeface="Manrope"/>
              </a:defRPr>
            </a:lvl1pPr>
            <a:lvl2pPr>
              <a:defRPr sz="2025" b="1">
                <a:solidFill>
                  <a:srgbClr val="0284C7"/>
                </a:solidFill>
                <a:latin typeface="Manrope"/>
                <a:ea typeface="Manrope"/>
                <a:cs typeface="Manrope"/>
              </a:defRPr>
            </a:lvl2pPr>
            <a:lvl3pPr>
              <a:defRPr sz="2025" b="1">
                <a:solidFill>
                  <a:srgbClr val="0284C7"/>
                </a:solidFill>
                <a:latin typeface="Manrope"/>
                <a:ea typeface="Manrope"/>
                <a:cs typeface="Manrope"/>
              </a:defRPr>
            </a:lvl3pPr>
            <a:lvl4pPr>
              <a:defRPr sz="2025" b="1">
                <a:solidFill>
                  <a:srgbClr val="0284C7"/>
                </a:solidFill>
                <a:latin typeface="Manrope"/>
                <a:ea typeface="Manrope"/>
                <a:cs typeface="Manrope"/>
              </a:defRPr>
            </a:lvl4pPr>
            <a:lvl5pPr>
              <a:defRPr sz="2025" b="1">
                <a:solidFill>
                  <a:srgbClr val="0284C7"/>
                </a:solidFill>
                <a:latin typeface="Manrope"/>
                <a:ea typeface="Manrope"/>
                <a:cs typeface="Manrope"/>
              </a:defRPr>
            </a:lvl5pPr>
            <a:lvl6pPr>
              <a:defRPr sz="2025" b="1">
                <a:solidFill>
                  <a:srgbClr val="0284C7"/>
                </a:solidFill>
                <a:latin typeface="Manrope"/>
                <a:ea typeface="Manrope"/>
                <a:cs typeface="Manrope"/>
              </a:defRPr>
            </a:lvl6pPr>
            <a:lvl7pPr>
              <a:defRPr sz="2025" b="1">
                <a:solidFill>
                  <a:srgbClr val="0284C7"/>
                </a:solidFill>
                <a:latin typeface="Manrope"/>
                <a:ea typeface="Manrope"/>
                <a:cs typeface="Manrope"/>
              </a:defRPr>
            </a:lvl7pPr>
            <a:lvl8pPr>
              <a:defRPr sz="2025" b="1">
                <a:solidFill>
                  <a:srgbClr val="0284C7"/>
                </a:solidFill>
                <a:latin typeface="Manrope"/>
                <a:ea typeface="Manrope"/>
                <a:cs typeface="Manrope"/>
              </a:defRPr>
            </a:lvl8pPr>
            <a:lvl9pPr>
              <a:defRPr sz="2025" b="1">
                <a:solidFill>
                  <a:srgbClr val="0284C7"/>
                </a:solidFill>
                <a:latin typeface="Manrope"/>
                <a:ea typeface="Manrope"/>
                <a:cs typeface="Manrope"/>
              </a:defRPr>
            </a:lvl9pPr>
          </a:lstStyle>
          <a:p xmlns:a="http://schemas.openxmlformats.org/drawingml/2006/main">
            <a:pPr>
              <a:defRPr sz="2025" b="1">
                <a:solidFill>
                  <a:srgbClr val="0284C7"/>
                </a:solidFill>
                <a:latin typeface="Manrope"/>
                <a:ea typeface="Manrope"/>
                <a:cs typeface="Manrope"/>
              </a:defRPr>
            </a:pPr>
            <a:r>
              <a:rPr sz="2025" b="1">
                <a:solidFill>
                  <a:srgbClr val="0284C7"/>
                </a:solidFill>
                <a:latin typeface="Manrope"/>
                <a:ea typeface="Manrope"/>
                <a:cs typeface="Manrope"/>
              </a:rPr>
              <a:t>Received burst</a:t>
            </a:r>
          </a:p>
        </p:txBody>
      </p:sp>
      <p:sp>
        <p:nvSpPr>
          <p:cNvPr id="12" name="">
            <a:extLst xmlns:a="http://schemas.openxmlformats.org/drawingml/2006/main">
              <a:ext uri="{FF2B5EF4-FFF2-40B4-BE49-F238E27FC236}">
                <a16:creationId xmlns:a16="http://schemas.microsoft.com/office/drawing/2014/main" id="{10CD930D-4CFE-492B-93C0-BFD191BA98D2}"/>
              </a:ext>
            </a:extLst>
          </p:cNvPr>
          <p:cNvSpPr>
            <a:spLocks xmlns:a="http://schemas.openxmlformats.org/drawingml/2006/main" noGrp="1"/>
          </p:cNvSpPr>
          <p:nvPr/>
        </p:nvSpPr>
        <p:spPr>
          <a:xfrm xmlns:a="http://schemas.openxmlformats.org/drawingml/2006/main">
            <a:off x="1276350" y="2695575"/>
            <a:ext cx="53530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0F172A"/>
                </a:solidFill>
                <a:latin typeface="Inter"/>
                <a:ea typeface="Inter"/>
                <a:cs typeface="Inter"/>
              </a:defRPr>
            </a:defPPr>
            <a:lvl1pPr>
              <a:defRPr sz="1950" b="0">
                <a:solidFill>
                  <a:srgbClr val="0F172A"/>
                </a:solidFill>
                <a:latin typeface="Inter"/>
                <a:ea typeface="Inter"/>
                <a:cs typeface="Inter"/>
              </a:defRPr>
            </a:lvl1pPr>
            <a:lvl2pPr>
              <a:defRPr sz="1950" b="0">
                <a:solidFill>
                  <a:srgbClr val="0F172A"/>
                </a:solidFill>
                <a:latin typeface="Inter"/>
                <a:ea typeface="Inter"/>
                <a:cs typeface="Inter"/>
              </a:defRPr>
            </a:lvl2pPr>
            <a:lvl3pPr>
              <a:defRPr sz="1950" b="0">
                <a:solidFill>
                  <a:srgbClr val="0F172A"/>
                </a:solidFill>
                <a:latin typeface="Inter"/>
                <a:ea typeface="Inter"/>
                <a:cs typeface="Inter"/>
              </a:defRPr>
            </a:lvl3pPr>
            <a:lvl4pPr>
              <a:defRPr sz="1950" b="0">
                <a:solidFill>
                  <a:srgbClr val="0F172A"/>
                </a:solidFill>
                <a:latin typeface="Inter"/>
                <a:ea typeface="Inter"/>
                <a:cs typeface="Inter"/>
              </a:defRPr>
            </a:lvl4pPr>
            <a:lvl5pPr>
              <a:defRPr sz="1950" b="0">
                <a:solidFill>
                  <a:srgbClr val="0F172A"/>
                </a:solidFill>
                <a:latin typeface="Inter"/>
                <a:ea typeface="Inter"/>
                <a:cs typeface="Inter"/>
              </a:defRPr>
            </a:lvl5pPr>
            <a:lvl6pPr>
              <a:defRPr sz="1950" b="0">
                <a:solidFill>
                  <a:srgbClr val="0F172A"/>
                </a:solidFill>
                <a:latin typeface="Inter"/>
                <a:ea typeface="Inter"/>
                <a:cs typeface="Inter"/>
              </a:defRPr>
            </a:lvl6pPr>
            <a:lvl7pPr>
              <a:defRPr sz="1950" b="0">
                <a:solidFill>
                  <a:srgbClr val="0F172A"/>
                </a:solidFill>
                <a:latin typeface="Inter"/>
                <a:ea typeface="Inter"/>
                <a:cs typeface="Inter"/>
              </a:defRPr>
            </a:lvl7pPr>
            <a:lvl8pPr>
              <a:defRPr sz="1950" b="0">
                <a:solidFill>
                  <a:srgbClr val="0F172A"/>
                </a:solidFill>
                <a:latin typeface="Inter"/>
                <a:ea typeface="Inter"/>
                <a:cs typeface="Inter"/>
              </a:defRPr>
            </a:lvl8pPr>
            <a:lvl9pPr>
              <a:defRPr sz="1950" b="0">
                <a:solidFill>
                  <a:srgbClr val="0F172A"/>
                </a:solidFill>
                <a:latin typeface="Inter"/>
                <a:ea typeface="Inter"/>
                <a:cs typeface="Inter"/>
              </a:defRPr>
            </a:lvl9pPr>
          </a:lstStyle>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r[n] = h s[n] + w[n]</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w[n]: complex Gaussian noise</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SNR = signal power / noise power</a:t>
            </a:r>
          </a:p>
        </p:txBody>
      </p:sp>
      <p:sp>
        <p:nvSpPr>
          <p:cNvPr id="13" name="">
            <a:extLst xmlns:a="http://schemas.openxmlformats.org/drawingml/2006/main">
              <a:ext uri="{FF2B5EF4-FFF2-40B4-BE49-F238E27FC236}">
                <a16:creationId xmlns:a16="http://schemas.microsoft.com/office/drawing/2014/main" id="{819A47C9-AB55-4AED-8E5E-FCE3449E0F7B}"/>
              </a:ext>
            </a:extLst>
          </p:cNvPr>
          <p:cNvSpPr>
            <a:spLocks xmlns:a="http://schemas.openxmlformats.org/drawingml/2006/main" noGrp="1"/>
          </p:cNvSpPr>
          <p:nvPr/>
        </p:nvSpPr>
        <p:spPr>
          <a:xfrm xmlns:a="http://schemas.openxmlformats.org/drawingml/2006/main">
            <a:off x="1314450" y="4724400"/>
            <a:ext cx="5810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0284C7"/>
                </a:solidFill>
                <a:latin typeface="Consolas"/>
                <a:ea typeface="Consolas"/>
                <a:cs typeface="Consolas"/>
              </a:defRPr>
            </a:defPPr>
            <a:lvl1pPr>
              <a:defRPr sz="2100" b="0">
                <a:solidFill>
                  <a:srgbClr val="0284C7"/>
                </a:solidFill>
                <a:latin typeface="Consolas"/>
                <a:ea typeface="Consolas"/>
                <a:cs typeface="Consolas"/>
              </a:defRPr>
            </a:lvl1pPr>
            <a:lvl2pPr>
              <a:defRPr sz="2100" b="0">
                <a:solidFill>
                  <a:srgbClr val="0284C7"/>
                </a:solidFill>
                <a:latin typeface="Consolas"/>
                <a:ea typeface="Consolas"/>
                <a:cs typeface="Consolas"/>
              </a:defRPr>
            </a:lvl2pPr>
            <a:lvl3pPr>
              <a:defRPr sz="2100" b="0">
                <a:solidFill>
                  <a:srgbClr val="0284C7"/>
                </a:solidFill>
                <a:latin typeface="Consolas"/>
                <a:ea typeface="Consolas"/>
                <a:cs typeface="Consolas"/>
              </a:defRPr>
            </a:lvl3pPr>
            <a:lvl4pPr>
              <a:defRPr sz="2100" b="0">
                <a:solidFill>
                  <a:srgbClr val="0284C7"/>
                </a:solidFill>
                <a:latin typeface="Consolas"/>
                <a:ea typeface="Consolas"/>
                <a:cs typeface="Consolas"/>
              </a:defRPr>
            </a:lvl4pPr>
            <a:lvl5pPr>
              <a:defRPr sz="2100" b="0">
                <a:solidFill>
                  <a:srgbClr val="0284C7"/>
                </a:solidFill>
                <a:latin typeface="Consolas"/>
                <a:ea typeface="Consolas"/>
                <a:cs typeface="Consolas"/>
              </a:defRPr>
            </a:lvl5pPr>
            <a:lvl6pPr>
              <a:defRPr sz="2100" b="0">
                <a:solidFill>
                  <a:srgbClr val="0284C7"/>
                </a:solidFill>
                <a:latin typeface="Consolas"/>
                <a:ea typeface="Consolas"/>
                <a:cs typeface="Consolas"/>
              </a:defRPr>
            </a:lvl6pPr>
            <a:lvl7pPr>
              <a:defRPr sz="2100" b="0">
                <a:solidFill>
                  <a:srgbClr val="0284C7"/>
                </a:solidFill>
                <a:latin typeface="Consolas"/>
                <a:ea typeface="Consolas"/>
                <a:cs typeface="Consolas"/>
              </a:defRPr>
            </a:lvl7pPr>
            <a:lvl8pPr>
              <a:defRPr sz="2100" b="0">
                <a:solidFill>
                  <a:srgbClr val="0284C7"/>
                </a:solidFill>
                <a:latin typeface="Consolas"/>
                <a:ea typeface="Consolas"/>
                <a:cs typeface="Consolas"/>
              </a:defRPr>
            </a:lvl8pPr>
            <a:lvl9pPr>
              <a:defRPr sz="2100" b="0">
                <a:solidFill>
                  <a:srgbClr val="0284C7"/>
                </a:solidFill>
                <a:latin typeface="Consolas"/>
                <a:ea typeface="Consolas"/>
                <a:cs typeface="Consolas"/>
              </a:defRPr>
            </a:lvl9pPr>
          </a:lstStyle>
          <a:p xmlns:a="http://schemas.openxmlformats.org/drawingml/2006/main">
            <a:pPr>
              <a:defRPr sz="2100" b="0">
                <a:solidFill>
                  <a:srgbClr val="0284C7"/>
                </a:solidFill>
                <a:latin typeface="Consolas"/>
                <a:ea typeface="Consolas"/>
                <a:cs typeface="Consolas"/>
              </a:defRPr>
            </a:pPr>
            <a:r>
              <a:rPr sz="2100" b="0">
                <a:solidFill>
                  <a:srgbClr val="0284C7"/>
                </a:solidFill>
                <a:latin typeface="Consolas"/>
                <a:ea typeface="Consolas"/>
                <a:cs typeface="Consolas"/>
              </a:rPr>
              <a:t>r′[n] = r[n] exp(jθ)</a:t>
            </a:r>
          </a:p>
        </p:txBody>
      </p:sp>
      <p:sp>
        <p:nvSpPr>
          <p:cNvPr id="14" name="">
            <a:extLst xmlns:a="http://schemas.openxmlformats.org/drawingml/2006/main">
              <a:ext uri="{FF2B5EF4-FFF2-40B4-BE49-F238E27FC236}">
                <a16:creationId xmlns:a16="http://schemas.microsoft.com/office/drawing/2014/main" id="{9ABF313B-02EA-40E1-BF3E-D5EB3DC091B4}"/>
              </a:ext>
            </a:extLst>
          </p:cNvPr>
          <p:cNvSpPr>
            <a:spLocks xmlns:a="http://schemas.openxmlformats.org/drawingml/2006/main" noGrp="1"/>
          </p:cNvSpPr>
          <p:nvPr/>
        </p:nvSpPr>
        <p:spPr>
          <a:xfrm xmlns:a="http://schemas.openxmlformats.org/drawingml/2006/main">
            <a:off x="7143750" y="1952625"/>
            <a:ext cx="4191000" cy="3476625"/>
          </a:xfrm>
          <a:prstGeom xmlns:a="http://schemas.openxmlformats.org/drawingml/2006/main" prst="roundRect">
            <a:avLst>
              <a:gd name="adj" fmla="val 1644"/>
            </a:avLst>
          </a:prstGeom>
          <a:solidFill xmlns:a="http://schemas.openxmlformats.org/drawingml/2006/main">
            <a:srgbClr val="F8FAFC"/>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1D4C8564-E6D3-409C-B27A-F339F246AED6}"/>
              </a:ext>
            </a:extLst>
          </p:cNvPr>
          <p:cNvSpPr>
            <a:spLocks xmlns:a="http://schemas.openxmlformats.org/drawingml/2006/main" noGrp="1"/>
          </p:cNvSpPr>
          <p:nvPr/>
        </p:nvSpPr>
        <p:spPr>
          <a:xfrm xmlns:a="http://schemas.openxmlformats.org/drawingml/2006/main">
            <a:off x="7372350" y="2143125"/>
            <a:ext cx="3733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284C7"/>
                </a:solidFill>
                <a:latin typeface="Manrope"/>
                <a:ea typeface="Manrope"/>
                <a:cs typeface="Manrope"/>
              </a:defRPr>
            </a:defPPr>
            <a:lvl1pPr>
              <a:defRPr sz="2025" b="1">
                <a:solidFill>
                  <a:srgbClr val="0284C7"/>
                </a:solidFill>
                <a:latin typeface="Manrope"/>
                <a:ea typeface="Manrope"/>
                <a:cs typeface="Manrope"/>
              </a:defRPr>
            </a:lvl1pPr>
            <a:lvl2pPr>
              <a:defRPr sz="2025" b="1">
                <a:solidFill>
                  <a:srgbClr val="0284C7"/>
                </a:solidFill>
                <a:latin typeface="Manrope"/>
                <a:ea typeface="Manrope"/>
                <a:cs typeface="Manrope"/>
              </a:defRPr>
            </a:lvl2pPr>
            <a:lvl3pPr>
              <a:defRPr sz="2025" b="1">
                <a:solidFill>
                  <a:srgbClr val="0284C7"/>
                </a:solidFill>
                <a:latin typeface="Manrope"/>
                <a:ea typeface="Manrope"/>
                <a:cs typeface="Manrope"/>
              </a:defRPr>
            </a:lvl3pPr>
            <a:lvl4pPr>
              <a:defRPr sz="2025" b="1">
                <a:solidFill>
                  <a:srgbClr val="0284C7"/>
                </a:solidFill>
                <a:latin typeface="Manrope"/>
                <a:ea typeface="Manrope"/>
                <a:cs typeface="Manrope"/>
              </a:defRPr>
            </a:lvl4pPr>
            <a:lvl5pPr>
              <a:defRPr sz="2025" b="1">
                <a:solidFill>
                  <a:srgbClr val="0284C7"/>
                </a:solidFill>
                <a:latin typeface="Manrope"/>
                <a:ea typeface="Manrope"/>
                <a:cs typeface="Manrope"/>
              </a:defRPr>
            </a:lvl5pPr>
            <a:lvl6pPr>
              <a:defRPr sz="2025" b="1">
                <a:solidFill>
                  <a:srgbClr val="0284C7"/>
                </a:solidFill>
                <a:latin typeface="Manrope"/>
                <a:ea typeface="Manrope"/>
                <a:cs typeface="Manrope"/>
              </a:defRPr>
            </a:lvl6pPr>
            <a:lvl7pPr>
              <a:defRPr sz="2025" b="1">
                <a:solidFill>
                  <a:srgbClr val="0284C7"/>
                </a:solidFill>
                <a:latin typeface="Manrope"/>
                <a:ea typeface="Manrope"/>
                <a:cs typeface="Manrope"/>
              </a:defRPr>
            </a:lvl7pPr>
            <a:lvl8pPr>
              <a:defRPr sz="2025" b="1">
                <a:solidFill>
                  <a:srgbClr val="0284C7"/>
                </a:solidFill>
                <a:latin typeface="Manrope"/>
                <a:ea typeface="Manrope"/>
                <a:cs typeface="Manrope"/>
              </a:defRPr>
            </a:lvl8pPr>
            <a:lvl9pPr>
              <a:defRPr sz="2025" b="1">
                <a:solidFill>
                  <a:srgbClr val="0284C7"/>
                </a:solidFill>
                <a:latin typeface="Manrope"/>
                <a:ea typeface="Manrope"/>
                <a:cs typeface="Manrope"/>
              </a:defRPr>
            </a:lvl9pPr>
          </a:lstStyle>
          <a:p xmlns:a="http://schemas.openxmlformats.org/drawingml/2006/main">
            <a:pPr>
              <a:defRPr sz="2025" b="1">
                <a:solidFill>
                  <a:srgbClr val="0284C7"/>
                </a:solidFill>
                <a:latin typeface="Manrope"/>
                <a:ea typeface="Manrope"/>
                <a:cs typeface="Manrope"/>
              </a:defRPr>
            </a:pPr>
            <a:r>
              <a:rPr sz="2025" b="1">
                <a:solidFill>
                  <a:srgbClr val="0284C7"/>
                </a:solidFill>
                <a:latin typeface="Manrope"/>
                <a:ea typeface="Manrope"/>
                <a:cs typeface="Manrope"/>
              </a:rPr>
              <a:t>At −10 dB</a:t>
            </a:r>
          </a:p>
        </p:txBody>
      </p:sp>
      <p:sp>
        <p:nvSpPr>
          <p:cNvPr id="16" name="">
            <a:extLst xmlns:a="http://schemas.openxmlformats.org/drawingml/2006/main">
              <a:ext uri="{FF2B5EF4-FFF2-40B4-BE49-F238E27FC236}">
                <a16:creationId xmlns:a16="http://schemas.microsoft.com/office/drawing/2014/main" id="{356C483D-E124-4428-8841-CDE7D485D4A4}"/>
              </a:ext>
            </a:extLst>
          </p:cNvPr>
          <p:cNvSpPr>
            <a:spLocks xmlns:a="http://schemas.openxmlformats.org/drawingml/2006/main" noGrp="1"/>
          </p:cNvSpPr>
          <p:nvPr/>
        </p:nvSpPr>
        <p:spPr>
          <a:xfrm xmlns:a="http://schemas.openxmlformats.org/drawingml/2006/main">
            <a:off x="7372350" y="2695575"/>
            <a:ext cx="3733800" cy="2600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0F172A"/>
                </a:solidFill>
                <a:latin typeface="Inter"/>
                <a:ea typeface="Inter"/>
                <a:cs typeface="Inter"/>
              </a:defRPr>
            </a:defPPr>
            <a:lvl1pPr>
              <a:defRPr sz="1950" b="0">
                <a:solidFill>
                  <a:srgbClr val="0F172A"/>
                </a:solidFill>
                <a:latin typeface="Inter"/>
                <a:ea typeface="Inter"/>
                <a:cs typeface="Inter"/>
              </a:defRPr>
            </a:lvl1pPr>
            <a:lvl2pPr>
              <a:defRPr sz="1950" b="0">
                <a:solidFill>
                  <a:srgbClr val="0F172A"/>
                </a:solidFill>
                <a:latin typeface="Inter"/>
                <a:ea typeface="Inter"/>
                <a:cs typeface="Inter"/>
              </a:defRPr>
            </a:lvl2pPr>
            <a:lvl3pPr>
              <a:defRPr sz="1950" b="0">
                <a:solidFill>
                  <a:srgbClr val="0F172A"/>
                </a:solidFill>
                <a:latin typeface="Inter"/>
                <a:ea typeface="Inter"/>
                <a:cs typeface="Inter"/>
              </a:defRPr>
            </a:lvl3pPr>
            <a:lvl4pPr>
              <a:defRPr sz="1950" b="0">
                <a:solidFill>
                  <a:srgbClr val="0F172A"/>
                </a:solidFill>
                <a:latin typeface="Inter"/>
                <a:ea typeface="Inter"/>
                <a:cs typeface="Inter"/>
              </a:defRPr>
            </a:lvl4pPr>
            <a:lvl5pPr>
              <a:defRPr sz="1950" b="0">
                <a:solidFill>
                  <a:srgbClr val="0F172A"/>
                </a:solidFill>
                <a:latin typeface="Inter"/>
                <a:ea typeface="Inter"/>
                <a:cs typeface="Inter"/>
              </a:defRPr>
            </a:lvl5pPr>
            <a:lvl6pPr>
              <a:defRPr sz="1950" b="0">
                <a:solidFill>
                  <a:srgbClr val="0F172A"/>
                </a:solidFill>
                <a:latin typeface="Inter"/>
                <a:ea typeface="Inter"/>
                <a:cs typeface="Inter"/>
              </a:defRPr>
            </a:lvl6pPr>
            <a:lvl7pPr>
              <a:defRPr sz="1950" b="0">
                <a:solidFill>
                  <a:srgbClr val="0F172A"/>
                </a:solidFill>
                <a:latin typeface="Inter"/>
                <a:ea typeface="Inter"/>
                <a:cs typeface="Inter"/>
              </a:defRPr>
            </a:lvl7pPr>
            <a:lvl8pPr>
              <a:defRPr sz="1950" b="0">
                <a:solidFill>
                  <a:srgbClr val="0F172A"/>
                </a:solidFill>
                <a:latin typeface="Inter"/>
                <a:ea typeface="Inter"/>
                <a:cs typeface="Inter"/>
              </a:defRPr>
            </a:lvl8pPr>
            <a:lvl9pPr>
              <a:defRPr sz="1950" b="0">
                <a:solidFill>
                  <a:srgbClr val="0F172A"/>
                </a:solidFill>
                <a:latin typeface="Inter"/>
                <a:ea typeface="Inter"/>
                <a:cs typeface="Inter"/>
              </a:defRPr>
            </a:lvl9pPr>
          </a:lstStyle>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Noise power = 10 × signal power</a:t>
            </a:r>
          </a:p>
          <a:p xmlns:a="http://schemas.openxmlformats.org/drawingml/2006/main">
            <a:r>
              <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Baseline accuracy: 22.05%</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Chance level for 8 classes: 12.5%</a:t>
            </a:r>
          </a:p>
        </p:txBody>
      </p:sp>
      <p:sp>
        <p:nvSpPr>
          <p:cNvPr id="17" name="">
            <a:extLst xmlns:a="http://schemas.openxmlformats.org/drawingml/2006/main">
              <a:ext uri="{FF2B5EF4-FFF2-40B4-BE49-F238E27FC236}">
                <a16:creationId xmlns:a16="http://schemas.microsoft.com/office/drawing/2014/main" id="{6A0B8B23-C89E-46EB-A737-A1A1DC6237BE}"/>
              </a:ext>
            </a:extLst>
          </p:cNvPr>
          <p:cNvSpPr>
            <a:spLocks xmlns:a="http://schemas.openxmlformats.org/drawingml/2006/main" noGrp="1"/>
          </p:cNvSpPr>
          <p:nvPr/>
        </p:nvSpPr>
        <p:spPr>
          <a:xfrm xmlns:a="http://schemas.openxmlformats.org/drawingml/2006/main">
            <a:off x="1285875" y="546735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0F172A"/>
                </a:solidFill>
                <a:latin typeface="Inter"/>
                <a:ea typeface="Inter"/>
                <a:cs typeface="Inter"/>
              </a:defRPr>
            </a:defPPr>
            <a:lvl1pPr>
              <a:defRPr sz="1575" b="0">
                <a:solidFill>
                  <a:srgbClr val="0F172A"/>
                </a:solidFill>
                <a:latin typeface="Inter"/>
                <a:ea typeface="Inter"/>
                <a:cs typeface="Inter"/>
              </a:defRPr>
            </a:lvl1pPr>
            <a:lvl2pPr>
              <a:defRPr sz="1575" b="0">
                <a:solidFill>
                  <a:srgbClr val="0F172A"/>
                </a:solidFill>
                <a:latin typeface="Inter"/>
                <a:ea typeface="Inter"/>
                <a:cs typeface="Inter"/>
              </a:defRPr>
            </a:lvl2pPr>
            <a:lvl3pPr>
              <a:defRPr sz="1575" b="0">
                <a:solidFill>
                  <a:srgbClr val="0F172A"/>
                </a:solidFill>
                <a:latin typeface="Inter"/>
                <a:ea typeface="Inter"/>
                <a:cs typeface="Inter"/>
              </a:defRPr>
            </a:lvl3pPr>
            <a:lvl4pPr>
              <a:defRPr sz="1575" b="0">
                <a:solidFill>
                  <a:srgbClr val="0F172A"/>
                </a:solidFill>
                <a:latin typeface="Inter"/>
                <a:ea typeface="Inter"/>
                <a:cs typeface="Inter"/>
              </a:defRPr>
            </a:lvl4pPr>
            <a:lvl5pPr>
              <a:defRPr sz="1575" b="0">
                <a:solidFill>
                  <a:srgbClr val="0F172A"/>
                </a:solidFill>
                <a:latin typeface="Inter"/>
                <a:ea typeface="Inter"/>
                <a:cs typeface="Inter"/>
              </a:defRPr>
            </a:lvl5pPr>
            <a:lvl6pPr>
              <a:defRPr sz="1575" b="0">
                <a:solidFill>
                  <a:srgbClr val="0F172A"/>
                </a:solidFill>
                <a:latin typeface="Inter"/>
                <a:ea typeface="Inter"/>
                <a:cs typeface="Inter"/>
              </a:defRPr>
            </a:lvl6pPr>
            <a:lvl7pPr>
              <a:defRPr sz="1575" b="0">
                <a:solidFill>
                  <a:srgbClr val="0F172A"/>
                </a:solidFill>
                <a:latin typeface="Inter"/>
                <a:ea typeface="Inter"/>
                <a:cs typeface="Inter"/>
              </a:defRPr>
            </a:lvl7pPr>
            <a:lvl8pPr>
              <a:defRPr sz="1575" b="0">
                <a:solidFill>
                  <a:srgbClr val="0F172A"/>
                </a:solidFill>
                <a:latin typeface="Inter"/>
                <a:ea typeface="Inter"/>
                <a:cs typeface="Inter"/>
              </a:defRPr>
            </a:lvl8pPr>
            <a:lvl9pPr>
              <a:defRPr sz="1575" b="0">
                <a:solidFill>
                  <a:srgbClr val="0F172A"/>
                </a:solidFill>
                <a:latin typeface="Inter"/>
                <a:ea typeface="Inter"/>
                <a:cs typeface="Inter"/>
              </a:defRPr>
            </a:lvl9pPr>
          </a:lstStyle>
          <a:p xmlns:a="http://schemas.openxmlformats.org/drawingml/2006/main">
            <a:pPr>
              <a:defRPr sz="1575" b="0">
                <a:solidFill>
                  <a:srgbClr val="0F172A"/>
                </a:solidFill>
                <a:latin typeface="Inter"/>
                <a:ea typeface="Inter"/>
                <a:cs typeface="Inter"/>
              </a:defRPr>
            </a:pPr>
            <a:r>
              <a:rPr sz="1575" b="0">
                <a:solidFill>
                  <a:srgbClr val="0F172A"/>
                </a:solidFill>
                <a:latin typeface="Inter"/>
                <a:ea typeface="Inter"/>
                <a:cs typeface="Inter"/>
              </a:rPr>
              <a:t>Constant phase offset: θ is fixed across a burst. CFO adds a phase ramp over time.</a:t>
            </a:r>
          </a:p>
        </p:txBody>
      </p:sp>
    </p:spTree>
    <p:extLst>
      <p:ext uri="{BB962C8B-B14F-4D97-AF65-F5344CB8AC3E}">
        <p14:creationId xmlns:p14="http://schemas.microsoft.com/office/powerpoint/2010/main" val="16400004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ounded Rectangle 1">
            <a:extLst xmlns:a="http://schemas.openxmlformats.org/drawingml/2006/main">
              <a:ext uri="{FF2B5EF4-FFF2-40B4-BE49-F238E27FC236}">
                <a16:creationId xmlns:a16="http://schemas.microsoft.com/office/drawing/2014/main" id="{7A5C3CD4-FB37-4144-BCC3-A76C87AC4BFE}"/>
              </a:ext>
            </a:extLst>
          </p:cNvPr>
          <p:cNvSpPr>
            <a:spLocks xmlns:a="http://schemas.openxmlformats.org/drawingml/2006/main" noGrp="1"/>
          </p:cNvSpPr>
          <p:nvPr/>
        </p:nvSpPr>
        <p:spPr>
          <a:xfrm xmlns:a="http://schemas.openxmlformats.org/drawingml/2006/main">
            <a:off x="731520" y="384048"/>
            <a:ext cx="137160" cy="4434840"/>
          </a:xfrm>
          <a:prstGeom xmlns:a="http://schemas.openxmlformats.org/drawingml/2006/main" prst="roundRect">
            <a:avLst>
              <a:gd name="adj" fmla="val 4000"/>
            </a:avLst>
          </a:prstGeom>
          <a:solidFill xmlns:a="http://schemas.openxmlformats.org/drawingml/2006/main">
            <a:srgbClr val="0284C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ounded Rectangle 2">
            <a:extLst xmlns:a="http://schemas.openxmlformats.org/drawingml/2006/main">
              <a:ext uri="{FF2B5EF4-FFF2-40B4-BE49-F238E27FC236}">
                <a16:creationId xmlns:a16="http://schemas.microsoft.com/office/drawing/2014/main" id="{90B44760-32D6-41C0-8A02-9F99BC3F8E6A}"/>
              </a:ext>
            </a:extLst>
          </p:cNvPr>
          <p:cNvSpPr>
            <a:spLocks xmlns:a="http://schemas.openxmlformats.org/drawingml/2006/main" noGrp="1"/>
          </p:cNvSpPr>
          <p:nvPr/>
        </p:nvSpPr>
        <p:spPr>
          <a:xfrm xmlns:a="http://schemas.openxmlformats.org/drawingml/2006/main">
            <a:off x="1005840" y="384048"/>
            <a:ext cx="3236976" cy="329184"/>
          </a:xfrm>
          <a:prstGeom xmlns:a="http://schemas.openxmlformats.org/drawingml/2006/main" prst="roundRect">
            <a:avLst>
              <a:gd name="adj" fmla="val 4000"/>
            </a:avLst>
          </a:prstGeom>
          <a:solidFill xmlns:a="http://schemas.openxmlformats.org/drawingml/2006/main">
            <a:srgbClr val="256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0AD9ADA9-A932-4A2A-B601-6057C7580D5B}"/>
              </a:ext>
            </a:extLst>
          </p:cNvPr>
          <p:cNvSpPr>
            <a:spLocks xmlns:a="http://schemas.openxmlformats.org/drawingml/2006/main" noGrp="1"/>
          </p:cNvSpPr>
          <p:nvPr/>
        </p:nvSpPr>
        <p:spPr>
          <a:xfrm xmlns:a="http://schemas.openxmlformats.org/drawingml/2006/main">
            <a:off x="1078992" y="402336"/>
            <a:ext cx="3236976" cy="3017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100" b="1">
                <a:solidFill>
                  <a:srgbClr val="FFFFFF"/>
                </a:solidFill>
                <a:latin typeface="Manrope"/>
                <a:ea typeface="Manrope"/>
                <a:cs typeface="Manrope"/>
              </a:rPr>
              <a:t>02 • GIẢI PHÁP &amp; KHÁI NIỆM</a:t>
            </a:r>
          </a:p>
        </p:txBody>
      </p:sp>
      <p:sp>
        <p:nvSpPr>
          <p:cNvPr id="5" name="TextBox 4">
            <a:extLst xmlns:a="http://schemas.openxmlformats.org/drawingml/2006/main">
              <a:ext uri="{FF2B5EF4-FFF2-40B4-BE49-F238E27FC236}">
                <a16:creationId xmlns:a16="http://schemas.microsoft.com/office/drawing/2014/main" id="{BD890056-231A-48DE-9E24-40AB01487724}"/>
              </a:ext>
            </a:extLst>
          </p:cNvPr>
          <p:cNvSpPr>
            <a:spLocks xmlns:a="http://schemas.openxmlformats.org/drawingml/2006/main" noGrp="1"/>
          </p:cNvSpPr>
          <p:nvPr/>
        </p:nvSpPr>
        <p:spPr>
          <a:xfrm xmlns:a="http://schemas.openxmlformats.org/drawingml/2006/main">
            <a:off x="1005840" y="804672"/>
            <a:ext cx="10424160"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3000" b="1">
                <a:solidFill>
                  <a:srgbClr val="0F172A"/>
                </a:solidFill>
                <a:latin typeface="Manrope"/>
                <a:ea typeface="Manrope"/>
                <a:cs typeface="Manrope"/>
              </a:defRPr>
            </a:defPPr>
            <a:lvl1pPr>
              <a:defRPr sz="3000" b="1">
                <a:solidFill>
                  <a:srgbClr val="0F172A"/>
                </a:solidFill>
                <a:latin typeface="Manrope"/>
                <a:ea typeface="Manrope"/>
                <a:cs typeface="Manrope"/>
              </a:defRPr>
            </a:lvl1pPr>
            <a:lvl2pPr>
              <a:defRPr sz="3000" b="1">
                <a:solidFill>
                  <a:srgbClr val="0F172A"/>
                </a:solidFill>
                <a:latin typeface="Manrope"/>
                <a:ea typeface="Manrope"/>
                <a:cs typeface="Manrope"/>
              </a:defRPr>
            </a:lvl2pPr>
            <a:lvl3pPr>
              <a:defRPr sz="3000" b="1">
                <a:solidFill>
                  <a:srgbClr val="0F172A"/>
                </a:solidFill>
                <a:latin typeface="Manrope"/>
                <a:ea typeface="Manrope"/>
                <a:cs typeface="Manrope"/>
              </a:defRPr>
            </a:lvl3pPr>
            <a:lvl4pPr>
              <a:defRPr sz="3000" b="1">
                <a:solidFill>
                  <a:srgbClr val="0F172A"/>
                </a:solidFill>
                <a:latin typeface="Manrope"/>
                <a:ea typeface="Manrope"/>
                <a:cs typeface="Manrope"/>
              </a:defRPr>
            </a:lvl4pPr>
            <a:lvl5pPr>
              <a:defRPr sz="3000" b="1">
                <a:solidFill>
                  <a:srgbClr val="0F172A"/>
                </a:solidFill>
                <a:latin typeface="Manrope"/>
                <a:ea typeface="Manrope"/>
                <a:cs typeface="Manrope"/>
              </a:defRPr>
            </a:lvl5pPr>
            <a:lvl6pPr>
              <a:defRPr sz="3000" b="1">
                <a:solidFill>
                  <a:srgbClr val="0F172A"/>
                </a:solidFill>
                <a:latin typeface="Manrope"/>
                <a:ea typeface="Manrope"/>
                <a:cs typeface="Manrope"/>
              </a:defRPr>
            </a:lvl6pPr>
            <a:lvl7pPr>
              <a:defRPr sz="3000" b="1">
                <a:solidFill>
                  <a:srgbClr val="0F172A"/>
                </a:solidFill>
                <a:latin typeface="Manrope"/>
                <a:ea typeface="Manrope"/>
                <a:cs typeface="Manrope"/>
              </a:defRPr>
            </a:lvl7pPr>
            <a:lvl8pPr>
              <a:defRPr sz="3000" b="1">
                <a:solidFill>
                  <a:srgbClr val="0F172A"/>
                </a:solidFill>
                <a:latin typeface="Manrope"/>
                <a:ea typeface="Manrope"/>
                <a:cs typeface="Manrope"/>
              </a:defRPr>
            </a:lvl8pPr>
            <a:lvl9pPr>
              <a:defRPr sz="3000" b="1">
                <a:solidFill>
                  <a:srgbClr val="0F172A"/>
                </a:solidFill>
                <a:latin typeface="Manrope"/>
                <a:ea typeface="Manrope"/>
                <a:cs typeface="Manrope"/>
              </a:defRPr>
            </a:lvl9pPr>
          </a:lstStyle>
          <a:p xmlns:a="http://schemas.openxmlformats.org/drawingml/2006/main">
            <a:pPr>
              <a:defRPr sz="3000" b="1">
                <a:solidFill>
                  <a:srgbClr val="0F172A"/>
                </a:solidFill>
                <a:latin typeface="Manrope"/>
                <a:ea typeface="Manrope"/>
                <a:cs typeface="Manrope"/>
              </a:defRPr>
            </a:pPr>
            <a:r>
              <a:rPr sz="3000" b="1">
                <a:solidFill>
                  <a:srgbClr val="0F172A"/>
                </a:solidFill>
                <a:latin typeface="Manrope"/>
                <a:ea typeface="Manrope"/>
                <a:cs typeface="Manrope"/>
              </a:rPr>
              <a:t>Dataset and evaluation protocol</a:t>
            </a:r>
          </a:p>
        </p:txBody>
      </p:sp>
      <p:sp>
        <p:nvSpPr>
          <p:cNvPr id="6" name="TextBox 5">
            <a:extLst xmlns:a="http://schemas.openxmlformats.org/drawingml/2006/main">
              <a:ext uri="{FF2B5EF4-FFF2-40B4-BE49-F238E27FC236}">
                <a16:creationId xmlns:a16="http://schemas.microsoft.com/office/drawing/2014/main" id="{2D831E83-C28A-49CD-A6C2-EABD5097DE83}"/>
              </a:ext>
            </a:extLst>
          </p:cNvPr>
          <p:cNvSpPr>
            <a:spLocks xmlns:a="http://schemas.openxmlformats.org/drawingml/2006/main" noGrp="1"/>
          </p:cNvSpPr>
          <p:nvPr/>
        </p:nvSpPr>
        <p:spPr>
          <a:xfrm xmlns:a="http://schemas.openxmlformats.org/drawingml/2006/main">
            <a:off x="1005840" y="1389888"/>
            <a:ext cx="5611812" cy="24003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575">
                <a:solidFill>
                  <a:srgbClr val="0F172A"/>
                </a:solidFill>
                <a:latin typeface="Inter"/>
                <a:ea typeface="Inter"/>
                <a:cs typeface="Inter"/>
              </a:defRPr>
            </a:defPPr>
            <a:lvl1pPr>
              <a:defRPr sz="1575">
                <a:solidFill>
                  <a:srgbClr val="0F172A"/>
                </a:solidFill>
                <a:latin typeface="Inter"/>
                <a:ea typeface="Inter"/>
                <a:cs typeface="Inter"/>
              </a:defRPr>
            </a:lvl1pPr>
            <a:lvl2pPr>
              <a:defRPr sz="1575">
                <a:solidFill>
                  <a:srgbClr val="0F172A"/>
                </a:solidFill>
                <a:latin typeface="Inter"/>
                <a:ea typeface="Inter"/>
                <a:cs typeface="Inter"/>
              </a:defRPr>
            </a:lvl2pPr>
            <a:lvl3pPr>
              <a:defRPr sz="1575">
                <a:solidFill>
                  <a:srgbClr val="0F172A"/>
                </a:solidFill>
                <a:latin typeface="Inter"/>
                <a:ea typeface="Inter"/>
                <a:cs typeface="Inter"/>
              </a:defRPr>
            </a:lvl3pPr>
            <a:lvl4pPr>
              <a:defRPr sz="1575">
                <a:solidFill>
                  <a:srgbClr val="0F172A"/>
                </a:solidFill>
                <a:latin typeface="Inter"/>
                <a:ea typeface="Inter"/>
                <a:cs typeface="Inter"/>
              </a:defRPr>
            </a:lvl4pPr>
            <a:lvl5pPr>
              <a:defRPr sz="1575">
                <a:solidFill>
                  <a:srgbClr val="0F172A"/>
                </a:solidFill>
                <a:latin typeface="Inter"/>
                <a:ea typeface="Inter"/>
                <a:cs typeface="Inter"/>
              </a:defRPr>
            </a:lvl5pPr>
            <a:lvl6pPr>
              <a:defRPr sz="1575">
                <a:solidFill>
                  <a:srgbClr val="0F172A"/>
                </a:solidFill>
                <a:latin typeface="Inter"/>
                <a:ea typeface="Inter"/>
                <a:cs typeface="Inter"/>
              </a:defRPr>
            </a:lvl6pPr>
            <a:lvl7pPr>
              <a:defRPr sz="1575">
                <a:solidFill>
                  <a:srgbClr val="0F172A"/>
                </a:solidFill>
                <a:latin typeface="Inter"/>
                <a:ea typeface="Inter"/>
                <a:cs typeface="Inter"/>
              </a:defRPr>
            </a:lvl7pPr>
            <a:lvl8pPr>
              <a:defRPr sz="1575">
                <a:solidFill>
                  <a:srgbClr val="0F172A"/>
                </a:solidFill>
                <a:latin typeface="Inter"/>
                <a:ea typeface="Inter"/>
                <a:cs typeface="Inter"/>
              </a:defRPr>
            </a:lvl8pPr>
            <a:lvl9pPr>
              <a:defRPr sz="1575">
                <a:solidFill>
                  <a:srgbClr val="0F172A"/>
                </a:solidFill>
                <a:latin typeface="Inter"/>
                <a:ea typeface="Inter"/>
                <a:cs typeface="Inter"/>
              </a:defRPr>
            </a:lvl9pPr>
          </a:lstStyle>
          <a:p xmlns:a="http://schemas.openxmlformats.org/drawingml/2006/main">
            <a:pPr>
              <a:defRPr sz="1575">
                <a:solidFill>
                  <a:srgbClr val="0F172A"/>
                </a:solidFill>
                <a:latin typeface="Inter"/>
                <a:ea typeface="Inter"/>
                <a:cs typeface="Inter"/>
              </a:defRPr>
            </a:pPr>
            <a:r>
              <a:rPr sz="1575" b="0">
                <a:solidFill>
                  <a:srgbClr val="0F172A"/>
                </a:solidFill>
                <a:latin typeface="Inter"/>
                <a:ea typeface="Inter"/>
                <a:cs typeface="Inter"/>
              </a:rPr>
              <a:t>Burst-level split, RMS normalization and evaluation provenance</a:t>
            </a:r>
          </a:p>
        </p:txBody>
      </p:sp>
      <p:sp>
        <p:nvSpPr>
          <p:cNvPr id="7" name="Rectangle 6">
            <a:extLst xmlns:a="http://schemas.openxmlformats.org/drawingml/2006/main">
              <a:ext uri="{FF2B5EF4-FFF2-40B4-BE49-F238E27FC236}">
                <a16:creationId xmlns:a16="http://schemas.microsoft.com/office/drawing/2014/main" id="{891139E7-7AA0-4991-89F3-6316F0A57033}"/>
              </a:ext>
            </a:extLst>
          </p:cNvPr>
          <p:cNvSpPr>
            <a:spLocks xmlns:a="http://schemas.openxmlformats.org/drawingml/2006/main" noGrp="1"/>
          </p:cNvSpPr>
          <p:nvPr/>
        </p:nvSpPr>
        <p:spPr>
          <a:xfrm xmlns:a="http://schemas.openxmlformats.org/drawingml/2006/main">
            <a:off x="731520" y="6035040"/>
            <a:ext cx="10725912" cy="9144"/>
          </a:xfrm>
          <a:prstGeom xmlns:a="http://schemas.openxmlformats.org/drawingml/2006/main" prst="rect">
            <a:avLst/>
          </a:prstGeom>
          <a:solidFill xmlns:a="http://schemas.openxmlformats.org/drawingml/2006/main">
            <a:srgbClr val="E2E8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A7D8AA74-F6C5-4338-BC27-582CF2F71BD1}"/>
              </a:ext>
            </a:extLst>
          </p:cNvPr>
          <p:cNvSpPr>
            <a:spLocks xmlns:a="http://schemas.openxmlformats.org/drawingml/2006/main" noGrp="1"/>
          </p:cNvSpPr>
          <p:nvPr/>
        </p:nvSpPr>
        <p:spPr>
          <a:xfrm xmlns:a="http://schemas.openxmlformats.org/drawingml/2006/main">
            <a:off x="731520" y="6144768"/>
            <a:ext cx="7772400" cy="3200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900" b="0">
                <a:solidFill>
                  <a:srgbClr val="94A3B8"/>
                </a:solidFill>
                <a:latin typeface="Inter"/>
                <a:ea typeface="Inter"/>
                <a:cs typeface="Inter"/>
              </a:rPr>
              <a:t>EE136: Machine Learning for Wireless Communications | Topic 4 Capstone Defense</a:t>
            </a:r>
          </a:p>
        </p:txBody>
      </p:sp>
      <p:sp>
        <p:nvSpPr>
          <p:cNvPr id="9" name="TextBox 8">
            <a:extLst xmlns:a="http://schemas.openxmlformats.org/drawingml/2006/main">
              <a:ext uri="{FF2B5EF4-FFF2-40B4-BE49-F238E27FC236}">
                <a16:creationId xmlns:a16="http://schemas.microsoft.com/office/drawing/2014/main" id="{9528E5E4-8D32-4884-B7A2-242454E6806B}"/>
              </a:ext>
            </a:extLst>
          </p:cNvPr>
          <p:cNvSpPr>
            <a:spLocks xmlns:a="http://schemas.openxmlformats.org/drawingml/2006/main" noGrp="1"/>
          </p:cNvSpPr>
          <p:nvPr/>
        </p:nvSpPr>
        <p:spPr>
          <a:xfrm xmlns:a="http://schemas.openxmlformats.org/drawingml/2006/main">
            <a:off x="9601200" y="6144768"/>
            <a:ext cx="817880" cy="2286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900" b="0">
                <a:solidFill>
                  <a:srgbClr val="94A3B8"/>
                </a:solidFill>
                <a:latin typeface="Inter"/>
                <a:ea typeface="Inter"/>
                <a:cs typeface="Inter"/>
              </a:rPr>
              <a:t>Slide 4 of 14</a:t>
            </a:r>
          </a:p>
        </p:txBody>
      </p:sp>
      <p:sp>
        <p:nvSpPr>
          <p:cNvPr id="10" name="">
            <a:extLst xmlns:a="http://schemas.openxmlformats.org/drawingml/2006/main">
              <a:ext uri="{FF2B5EF4-FFF2-40B4-BE49-F238E27FC236}">
                <a16:creationId xmlns:a16="http://schemas.microsoft.com/office/drawing/2014/main" id="{57C0EFEA-8B46-461F-B0DA-0999B7A8E0C2}"/>
              </a:ext>
            </a:extLst>
          </p:cNvPr>
          <p:cNvSpPr>
            <a:spLocks xmlns:a="http://schemas.openxmlformats.org/drawingml/2006/main" noGrp="1"/>
          </p:cNvSpPr>
          <p:nvPr/>
        </p:nvSpPr>
        <p:spPr>
          <a:xfrm xmlns:a="http://schemas.openxmlformats.org/drawingml/2006/main">
            <a:off x="1047750" y="1952625"/>
            <a:ext cx="5810250" cy="2057400"/>
          </a:xfrm>
          <a:prstGeom xmlns:a="http://schemas.openxmlformats.org/drawingml/2006/main" prst="roundRect">
            <a:avLst>
              <a:gd name="adj" fmla="val 2778"/>
            </a:avLst>
          </a:prstGeom>
          <a:solidFill xmlns:a="http://schemas.openxmlformats.org/drawingml/2006/main">
            <a:srgbClr val="F8FAFC"/>
          </a:solidFill>
          <a:ln xmlns:a="http://schemas.openxmlformats.org/drawingml/2006/main" w="9525">
            <a:solidFill>
              <a:srgbClr val="E2E8F0"/>
            </a:solidFill>
            <a:prstDash val="solid"/>
          </a:ln>
        </p:spPr>
      </p:sp>
      <p:sp>
        <p:nvSpPr>
          <p:cNvPr id="11" name="">
            <a:extLst xmlns:a="http://schemas.openxmlformats.org/drawingml/2006/main">
              <a:ext uri="{FF2B5EF4-FFF2-40B4-BE49-F238E27FC236}">
                <a16:creationId xmlns:a16="http://schemas.microsoft.com/office/drawing/2014/main" id="{86A63726-DCE4-4C9B-873B-3E000BA8538A}"/>
              </a:ext>
            </a:extLst>
          </p:cNvPr>
          <p:cNvSpPr>
            <a:spLocks xmlns:a="http://schemas.openxmlformats.org/drawingml/2006/main" noGrp="1"/>
          </p:cNvSpPr>
          <p:nvPr/>
        </p:nvSpPr>
        <p:spPr>
          <a:xfrm xmlns:a="http://schemas.openxmlformats.org/drawingml/2006/main">
            <a:off x="1276350" y="2143125"/>
            <a:ext cx="5353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284C7"/>
                </a:solidFill>
                <a:latin typeface="Manrope"/>
                <a:ea typeface="Manrope"/>
                <a:cs typeface="Manrope"/>
              </a:defRPr>
            </a:defPPr>
            <a:lvl1pPr>
              <a:defRPr sz="2025" b="1">
                <a:solidFill>
                  <a:srgbClr val="0284C7"/>
                </a:solidFill>
                <a:latin typeface="Manrope"/>
                <a:ea typeface="Manrope"/>
                <a:cs typeface="Manrope"/>
              </a:defRPr>
            </a:lvl1pPr>
            <a:lvl2pPr>
              <a:defRPr sz="2025" b="1">
                <a:solidFill>
                  <a:srgbClr val="0284C7"/>
                </a:solidFill>
                <a:latin typeface="Manrope"/>
                <a:ea typeface="Manrope"/>
                <a:cs typeface="Manrope"/>
              </a:defRPr>
            </a:lvl2pPr>
            <a:lvl3pPr>
              <a:defRPr sz="2025" b="1">
                <a:solidFill>
                  <a:srgbClr val="0284C7"/>
                </a:solidFill>
                <a:latin typeface="Manrope"/>
                <a:ea typeface="Manrope"/>
                <a:cs typeface="Manrope"/>
              </a:defRPr>
            </a:lvl3pPr>
            <a:lvl4pPr>
              <a:defRPr sz="2025" b="1">
                <a:solidFill>
                  <a:srgbClr val="0284C7"/>
                </a:solidFill>
                <a:latin typeface="Manrope"/>
                <a:ea typeface="Manrope"/>
                <a:cs typeface="Manrope"/>
              </a:defRPr>
            </a:lvl4pPr>
            <a:lvl5pPr>
              <a:defRPr sz="2025" b="1">
                <a:solidFill>
                  <a:srgbClr val="0284C7"/>
                </a:solidFill>
                <a:latin typeface="Manrope"/>
                <a:ea typeface="Manrope"/>
                <a:cs typeface="Manrope"/>
              </a:defRPr>
            </a:lvl5pPr>
            <a:lvl6pPr>
              <a:defRPr sz="2025" b="1">
                <a:solidFill>
                  <a:srgbClr val="0284C7"/>
                </a:solidFill>
                <a:latin typeface="Manrope"/>
                <a:ea typeface="Manrope"/>
                <a:cs typeface="Manrope"/>
              </a:defRPr>
            </a:lvl6pPr>
            <a:lvl7pPr>
              <a:defRPr sz="2025" b="1">
                <a:solidFill>
                  <a:srgbClr val="0284C7"/>
                </a:solidFill>
                <a:latin typeface="Manrope"/>
                <a:ea typeface="Manrope"/>
                <a:cs typeface="Manrope"/>
              </a:defRPr>
            </a:lvl7pPr>
            <a:lvl8pPr>
              <a:defRPr sz="2025" b="1">
                <a:solidFill>
                  <a:srgbClr val="0284C7"/>
                </a:solidFill>
                <a:latin typeface="Manrope"/>
                <a:ea typeface="Manrope"/>
                <a:cs typeface="Manrope"/>
              </a:defRPr>
            </a:lvl8pPr>
            <a:lvl9pPr>
              <a:defRPr sz="2025" b="1">
                <a:solidFill>
                  <a:srgbClr val="0284C7"/>
                </a:solidFill>
                <a:latin typeface="Manrope"/>
                <a:ea typeface="Manrope"/>
                <a:cs typeface="Manrope"/>
              </a:defRPr>
            </a:lvl9pPr>
          </a:lstStyle>
          <a:p xmlns:a="http://schemas.openxmlformats.org/drawingml/2006/main">
            <a:pPr>
              <a:defRPr sz="2025" b="1">
                <a:solidFill>
                  <a:srgbClr val="0284C7"/>
                </a:solidFill>
                <a:latin typeface="Manrope"/>
                <a:ea typeface="Manrope"/>
                <a:cs typeface="Manrope"/>
              </a:defRPr>
            </a:pPr>
            <a:r>
              <a:rPr sz="2025" b="1">
                <a:solidFill>
                  <a:srgbClr val="0284C7"/>
                </a:solidFill>
                <a:latin typeface="Manrope"/>
                <a:ea typeface="Manrope"/>
                <a:cs typeface="Manrope"/>
              </a:rPr>
              <a:t>Training data</a:t>
            </a:r>
          </a:p>
        </p:txBody>
      </p:sp>
      <p:sp>
        <p:nvSpPr>
          <p:cNvPr id="12" name="">
            <a:extLst xmlns:a="http://schemas.openxmlformats.org/drawingml/2006/main">
              <a:ext uri="{FF2B5EF4-FFF2-40B4-BE49-F238E27FC236}">
                <a16:creationId xmlns:a16="http://schemas.microsoft.com/office/drawing/2014/main" id="{B1BD03D4-98EF-45B6-887A-4A22622142F9}"/>
              </a:ext>
            </a:extLst>
          </p:cNvPr>
          <p:cNvSpPr>
            <a:spLocks xmlns:a="http://schemas.openxmlformats.org/drawingml/2006/main" noGrp="1"/>
          </p:cNvSpPr>
          <p:nvPr/>
        </p:nvSpPr>
        <p:spPr>
          <a:xfrm xmlns:a="http://schemas.openxmlformats.org/drawingml/2006/main">
            <a:off x="1276350" y="2695575"/>
            <a:ext cx="53530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0F172A"/>
                </a:solidFill>
                <a:latin typeface="Inter"/>
                <a:ea typeface="Inter"/>
                <a:cs typeface="Inter"/>
              </a:defRPr>
            </a:defPPr>
            <a:lvl1pPr>
              <a:defRPr sz="1950" b="0">
                <a:solidFill>
                  <a:srgbClr val="0F172A"/>
                </a:solidFill>
                <a:latin typeface="Inter"/>
                <a:ea typeface="Inter"/>
                <a:cs typeface="Inter"/>
              </a:defRPr>
            </a:lvl1pPr>
            <a:lvl2pPr>
              <a:defRPr sz="1950" b="0">
                <a:solidFill>
                  <a:srgbClr val="0F172A"/>
                </a:solidFill>
                <a:latin typeface="Inter"/>
                <a:ea typeface="Inter"/>
                <a:cs typeface="Inter"/>
              </a:defRPr>
            </a:lvl2pPr>
            <a:lvl3pPr>
              <a:defRPr sz="1950" b="0">
                <a:solidFill>
                  <a:srgbClr val="0F172A"/>
                </a:solidFill>
                <a:latin typeface="Inter"/>
                <a:ea typeface="Inter"/>
                <a:cs typeface="Inter"/>
              </a:defRPr>
            </a:lvl3pPr>
            <a:lvl4pPr>
              <a:defRPr sz="1950" b="0">
                <a:solidFill>
                  <a:srgbClr val="0F172A"/>
                </a:solidFill>
                <a:latin typeface="Inter"/>
                <a:ea typeface="Inter"/>
                <a:cs typeface="Inter"/>
              </a:defRPr>
            </a:lvl4pPr>
            <a:lvl5pPr>
              <a:defRPr sz="1950" b="0">
                <a:solidFill>
                  <a:srgbClr val="0F172A"/>
                </a:solidFill>
                <a:latin typeface="Inter"/>
                <a:ea typeface="Inter"/>
                <a:cs typeface="Inter"/>
              </a:defRPr>
            </a:lvl5pPr>
            <a:lvl6pPr>
              <a:defRPr sz="1950" b="0">
                <a:solidFill>
                  <a:srgbClr val="0F172A"/>
                </a:solidFill>
                <a:latin typeface="Inter"/>
                <a:ea typeface="Inter"/>
                <a:cs typeface="Inter"/>
              </a:defRPr>
            </a:lvl6pPr>
            <a:lvl7pPr>
              <a:defRPr sz="1950" b="0">
                <a:solidFill>
                  <a:srgbClr val="0F172A"/>
                </a:solidFill>
                <a:latin typeface="Inter"/>
                <a:ea typeface="Inter"/>
                <a:cs typeface="Inter"/>
              </a:defRPr>
            </a:lvl7pPr>
            <a:lvl8pPr>
              <a:defRPr sz="1950" b="0">
                <a:solidFill>
                  <a:srgbClr val="0F172A"/>
                </a:solidFill>
                <a:latin typeface="Inter"/>
                <a:ea typeface="Inter"/>
                <a:cs typeface="Inter"/>
              </a:defRPr>
            </a:lvl8pPr>
            <a:lvl9pPr>
              <a:defRPr sz="1950" b="0">
                <a:solidFill>
                  <a:srgbClr val="0F172A"/>
                </a:solidFill>
                <a:latin typeface="Inter"/>
                <a:ea typeface="Inter"/>
                <a:cs typeface="Inter"/>
              </a:defRPr>
            </a:lvl9pPr>
          </a:lstStyle>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18,000 synthetic bursts</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70% train / 15% validation / 15% test</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8 classes, 15 SNR levels</a:t>
            </a:r>
          </a:p>
        </p:txBody>
      </p:sp>
      <p:sp>
        <p:nvSpPr>
          <p:cNvPr id="13" name="">
            <a:extLst xmlns:a="http://schemas.openxmlformats.org/drawingml/2006/main">
              <a:ext uri="{FF2B5EF4-FFF2-40B4-BE49-F238E27FC236}">
                <a16:creationId xmlns:a16="http://schemas.microsoft.com/office/drawing/2014/main" id="{F01C5F8B-60A7-40F5-A976-AB3D4C6CA26D}"/>
              </a:ext>
            </a:extLst>
          </p:cNvPr>
          <p:cNvSpPr>
            <a:spLocks xmlns:a="http://schemas.openxmlformats.org/drawingml/2006/main" noGrp="1"/>
          </p:cNvSpPr>
          <p:nvPr/>
        </p:nvSpPr>
        <p:spPr>
          <a:xfrm xmlns:a="http://schemas.openxmlformats.org/drawingml/2006/main">
            <a:off x="1304925" y="4314825"/>
            <a:ext cx="581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0284C7"/>
                </a:solidFill>
                <a:latin typeface="Consolas"/>
                <a:ea typeface="Consolas"/>
                <a:cs typeface="Consolas"/>
              </a:defRPr>
            </a:defPPr>
            <a:lvl1pPr>
              <a:defRPr sz="2250" b="0">
                <a:solidFill>
                  <a:srgbClr val="0284C7"/>
                </a:solidFill>
                <a:latin typeface="Consolas"/>
                <a:ea typeface="Consolas"/>
                <a:cs typeface="Consolas"/>
              </a:defRPr>
            </a:lvl1pPr>
            <a:lvl2pPr>
              <a:defRPr sz="2250" b="0">
                <a:solidFill>
                  <a:srgbClr val="0284C7"/>
                </a:solidFill>
                <a:latin typeface="Consolas"/>
                <a:ea typeface="Consolas"/>
                <a:cs typeface="Consolas"/>
              </a:defRPr>
            </a:lvl2pPr>
            <a:lvl3pPr>
              <a:defRPr sz="2250" b="0">
                <a:solidFill>
                  <a:srgbClr val="0284C7"/>
                </a:solidFill>
                <a:latin typeface="Consolas"/>
                <a:ea typeface="Consolas"/>
                <a:cs typeface="Consolas"/>
              </a:defRPr>
            </a:lvl3pPr>
            <a:lvl4pPr>
              <a:defRPr sz="2250" b="0">
                <a:solidFill>
                  <a:srgbClr val="0284C7"/>
                </a:solidFill>
                <a:latin typeface="Consolas"/>
                <a:ea typeface="Consolas"/>
                <a:cs typeface="Consolas"/>
              </a:defRPr>
            </a:lvl4pPr>
            <a:lvl5pPr>
              <a:defRPr sz="2250" b="0">
                <a:solidFill>
                  <a:srgbClr val="0284C7"/>
                </a:solidFill>
                <a:latin typeface="Consolas"/>
                <a:ea typeface="Consolas"/>
                <a:cs typeface="Consolas"/>
              </a:defRPr>
            </a:lvl5pPr>
            <a:lvl6pPr>
              <a:defRPr sz="2250" b="0">
                <a:solidFill>
                  <a:srgbClr val="0284C7"/>
                </a:solidFill>
                <a:latin typeface="Consolas"/>
                <a:ea typeface="Consolas"/>
                <a:cs typeface="Consolas"/>
              </a:defRPr>
            </a:lvl6pPr>
            <a:lvl7pPr>
              <a:defRPr sz="2250" b="0">
                <a:solidFill>
                  <a:srgbClr val="0284C7"/>
                </a:solidFill>
                <a:latin typeface="Consolas"/>
                <a:ea typeface="Consolas"/>
                <a:cs typeface="Consolas"/>
              </a:defRPr>
            </a:lvl7pPr>
            <a:lvl8pPr>
              <a:defRPr sz="2250" b="0">
                <a:solidFill>
                  <a:srgbClr val="0284C7"/>
                </a:solidFill>
                <a:latin typeface="Consolas"/>
                <a:ea typeface="Consolas"/>
                <a:cs typeface="Consolas"/>
              </a:defRPr>
            </a:lvl8pPr>
            <a:lvl9pPr>
              <a:defRPr sz="2250" b="0">
                <a:solidFill>
                  <a:srgbClr val="0284C7"/>
                </a:solidFill>
                <a:latin typeface="Consolas"/>
                <a:ea typeface="Consolas"/>
                <a:cs typeface="Consolas"/>
              </a:defRPr>
            </a:lvl9pPr>
          </a:lstStyle>
          <a:p xmlns:a="http://schemas.openxmlformats.org/drawingml/2006/main">
            <a:pPr>
              <a:defRPr sz="2250" b="0">
                <a:solidFill>
                  <a:srgbClr val="0284C7"/>
                </a:solidFill>
                <a:latin typeface="Consolas"/>
                <a:ea typeface="Consolas"/>
                <a:cs typeface="Consolas"/>
              </a:defRPr>
            </a:pPr>
            <a:r>
              <a:rPr sz="2250" b="0">
                <a:solidFill>
                  <a:srgbClr val="0284C7"/>
                </a:solidFill>
                <a:latin typeface="Consolas"/>
                <a:ea typeface="Consolas"/>
                <a:cs typeface="Consolas"/>
              </a:rPr>
              <a:t>[N, 2, 128]     float32</a:t>
            </a:r>
          </a:p>
        </p:txBody>
      </p:sp>
      <p:sp>
        <p:nvSpPr>
          <p:cNvPr id="14" name="">
            <a:extLst xmlns:a="http://schemas.openxmlformats.org/drawingml/2006/main">
              <a:ext uri="{FF2B5EF4-FFF2-40B4-BE49-F238E27FC236}">
                <a16:creationId xmlns:a16="http://schemas.microsoft.com/office/drawing/2014/main" id="{996F1B5D-F231-4423-BF5A-24487C81D9E4}"/>
              </a:ext>
            </a:extLst>
          </p:cNvPr>
          <p:cNvSpPr>
            <a:spLocks xmlns:a="http://schemas.openxmlformats.org/drawingml/2006/main" noGrp="1"/>
          </p:cNvSpPr>
          <p:nvPr/>
        </p:nvSpPr>
        <p:spPr>
          <a:xfrm xmlns:a="http://schemas.openxmlformats.org/drawingml/2006/main">
            <a:off x="1304925" y="4905375"/>
            <a:ext cx="5810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0F172A"/>
                </a:solidFill>
                <a:latin typeface="Inter"/>
                <a:ea typeface="Inter"/>
                <a:cs typeface="Inter"/>
              </a:defRPr>
            </a:defPPr>
            <a:lvl1pPr>
              <a:defRPr sz="1950" b="0">
                <a:solidFill>
                  <a:srgbClr val="0F172A"/>
                </a:solidFill>
                <a:latin typeface="Inter"/>
                <a:ea typeface="Inter"/>
                <a:cs typeface="Inter"/>
              </a:defRPr>
            </a:lvl1pPr>
            <a:lvl2pPr>
              <a:defRPr sz="1950" b="0">
                <a:solidFill>
                  <a:srgbClr val="0F172A"/>
                </a:solidFill>
                <a:latin typeface="Inter"/>
                <a:ea typeface="Inter"/>
                <a:cs typeface="Inter"/>
              </a:defRPr>
            </a:lvl2pPr>
            <a:lvl3pPr>
              <a:defRPr sz="1950" b="0">
                <a:solidFill>
                  <a:srgbClr val="0F172A"/>
                </a:solidFill>
                <a:latin typeface="Inter"/>
                <a:ea typeface="Inter"/>
                <a:cs typeface="Inter"/>
              </a:defRPr>
            </a:lvl3pPr>
            <a:lvl4pPr>
              <a:defRPr sz="1950" b="0">
                <a:solidFill>
                  <a:srgbClr val="0F172A"/>
                </a:solidFill>
                <a:latin typeface="Inter"/>
                <a:ea typeface="Inter"/>
                <a:cs typeface="Inter"/>
              </a:defRPr>
            </a:lvl4pPr>
            <a:lvl5pPr>
              <a:defRPr sz="1950" b="0">
                <a:solidFill>
                  <a:srgbClr val="0F172A"/>
                </a:solidFill>
                <a:latin typeface="Inter"/>
                <a:ea typeface="Inter"/>
                <a:cs typeface="Inter"/>
              </a:defRPr>
            </a:lvl5pPr>
            <a:lvl6pPr>
              <a:defRPr sz="1950" b="0">
                <a:solidFill>
                  <a:srgbClr val="0F172A"/>
                </a:solidFill>
                <a:latin typeface="Inter"/>
                <a:ea typeface="Inter"/>
                <a:cs typeface="Inter"/>
              </a:defRPr>
            </a:lvl6pPr>
            <a:lvl7pPr>
              <a:defRPr sz="1950" b="0">
                <a:solidFill>
                  <a:srgbClr val="0F172A"/>
                </a:solidFill>
                <a:latin typeface="Inter"/>
                <a:ea typeface="Inter"/>
                <a:cs typeface="Inter"/>
              </a:defRPr>
            </a:lvl7pPr>
            <a:lvl8pPr>
              <a:defRPr sz="1950" b="0">
                <a:solidFill>
                  <a:srgbClr val="0F172A"/>
                </a:solidFill>
                <a:latin typeface="Inter"/>
                <a:ea typeface="Inter"/>
                <a:cs typeface="Inter"/>
              </a:defRPr>
            </a:lvl8pPr>
            <a:lvl9pPr>
              <a:defRPr sz="1950" b="0">
                <a:solidFill>
                  <a:srgbClr val="0F172A"/>
                </a:solidFill>
                <a:latin typeface="Inter"/>
                <a:ea typeface="Inter"/>
                <a:cs typeface="Inter"/>
              </a:defRPr>
            </a:lvl9pPr>
          </a:lstStyle>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Per-burst RMS normalization</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PSK, QAM, PAM and FSK families</a:t>
            </a:r>
          </a:p>
        </p:txBody>
      </p:sp>
      <p:sp>
        <p:nvSpPr>
          <p:cNvPr id="15" name="">
            <a:extLst xmlns:a="http://schemas.openxmlformats.org/drawingml/2006/main">
              <a:ext uri="{FF2B5EF4-FFF2-40B4-BE49-F238E27FC236}">
                <a16:creationId xmlns:a16="http://schemas.microsoft.com/office/drawing/2014/main" id="{546B1934-CDFD-475D-B64C-CFAC014AE411}"/>
              </a:ext>
            </a:extLst>
          </p:cNvPr>
          <p:cNvSpPr>
            <a:spLocks xmlns:a="http://schemas.openxmlformats.org/drawingml/2006/main" noGrp="1"/>
          </p:cNvSpPr>
          <p:nvPr/>
        </p:nvSpPr>
        <p:spPr>
          <a:xfrm xmlns:a="http://schemas.openxmlformats.org/drawingml/2006/main">
            <a:off x="7143750" y="1952625"/>
            <a:ext cx="4191000" cy="3714750"/>
          </a:xfrm>
          <a:prstGeom xmlns:a="http://schemas.openxmlformats.org/drawingml/2006/main" prst="roundRect">
            <a:avLst>
              <a:gd name="adj" fmla="val 1538"/>
            </a:avLst>
          </a:prstGeom>
          <a:solidFill xmlns:a="http://schemas.openxmlformats.org/drawingml/2006/main">
            <a:srgbClr val="F8FAFC"/>
          </a:solidFill>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F609ECAB-AE62-42F2-8534-166BD31B8DF5}"/>
              </a:ext>
            </a:extLst>
          </p:cNvPr>
          <p:cNvSpPr>
            <a:spLocks xmlns:a="http://schemas.openxmlformats.org/drawingml/2006/main" noGrp="1"/>
          </p:cNvSpPr>
          <p:nvPr/>
        </p:nvSpPr>
        <p:spPr>
          <a:xfrm xmlns:a="http://schemas.openxmlformats.org/drawingml/2006/main">
            <a:off x="7372350" y="2143125"/>
            <a:ext cx="3733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284C7"/>
                </a:solidFill>
                <a:latin typeface="Manrope"/>
                <a:ea typeface="Manrope"/>
                <a:cs typeface="Manrope"/>
              </a:defRPr>
            </a:defPPr>
            <a:lvl1pPr>
              <a:defRPr sz="2025" b="1">
                <a:solidFill>
                  <a:srgbClr val="0284C7"/>
                </a:solidFill>
                <a:latin typeface="Manrope"/>
                <a:ea typeface="Manrope"/>
                <a:cs typeface="Manrope"/>
              </a:defRPr>
            </a:lvl1pPr>
            <a:lvl2pPr>
              <a:defRPr sz="2025" b="1">
                <a:solidFill>
                  <a:srgbClr val="0284C7"/>
                </a:solidFill>
                <a:latin typeface="Manrope"/>
                <a:ea typeface="Manrope"/>
                <a:cs typeface="Manrope"/>
              </a:defRPr>
            </a:lvl2pPr>
            <a:lvl3pPr>
              <a:defRPr sz="2025" b="1">
                <a:solidFill>
                  <a:srgbClr val="0284C7"/>
                </a:solidFill>
                <a:latin typeface="Manrope"/>
                <a:ea typeface="Manrope"/>
                <a:cs typeface="Manrope"/>
              </a:defRPr>
            </a:lvl3pPr>
            <a:lvl4pPr>
              <a:defRPr sz="2025" b="1">
                <a:solidFill>
                  <a:srgbClr val="0284C7"/>
                </a:solidFill>
                <a:latin typeface="Manrope"/>
                <a:ea typeface="Manrope"/>
                <a:cs typeface="Manrope"/>
              </a:defRPr>
            </a:lvl4pPr>
            <a:lvl5pPr>
              <a:defRPr sz="2025" b="1">
                <a:solidFill>
                  <a:srgbClr val="0284C7"/>
                </a:solidFill>
                <a:latin typeface="Manrope"/>
                <a:ea typeface="Manrope"/>
                <a:cs typeface="Manrope"/>
              </a:defRPr>
            </a:lvl5pPr>
            <a:lvl6pPr>
              <a:defRPr sz="2025" b="1">
                <a:solidFill>
                  <a:srgbClr val="0284C7"/>
                </a:solidFill>
                <a:latin typeface="Manrope"/>
                <a:ea typeface="Manrope"/>
                <a:cs typeface="Manrope"/>
              </a:defRPr>
            </a:lvl6pPr>
            <a:lvl7pPr>
              <a:defRPr sz="2025" b="1">
                <a:solidFill>
                  <a:srgbClr val="0284C7"/>
                </a:solidFill>
                <a:latin typeface="Manrope"/>
                <a:ea typeface="Manrope"/>
                <a:cs typeface="Manrope"/>
              </a:defRPr>
            </a:lvl7pPr>
            <a:lvl8pPr>
              <a:defRPr sz="2025" b="1">
                <a:solidFill>
                  <a:srgbClr val="0284C7"/>
                </a:solidFill>
                <a:latin typeface="Manrope"/>
                <a:ea typeface="Manrope"/>
                <a:cs typeface="Manrope"/>
              </a:defRPr>
            </a:lvl8pPr>
            <a:lvl9pPr>
              <a:defRPr sz="2025" b="1">
                <a:solidFill>
                  <a:srgbClr val="0284C7"/>
                </a:solidFill>
                <a:latin typeface="Manrope"/>
                <a:ea typeface="Manrope"/>
                <a:cs typeface="Manrope"/>
              </a:defRPr>
            </a:lvl9pPr>
          </a:lstStyle>
          <a:p xmlns:a="http://schemas.openxmlformats.org/drawingml/2006/main">
            <a:pPr>
              <a:defRPr sz="2025" b="1">
                <a:solidFill>
                  <a:srgbClr val="0284C7"/>
                </a:solidFill>
                <a:latin typeface="Manrope"/>
                <a:ea typeface="Manrope"/>
                <a:cs typeface="Manrope"/>
              </a:defRPr>
            </a:pPr>
            <a:r>
              <a:rPr sz="2025" b="1">
                <a:solidFill>
                  <a:srgbClr val="0284C7"/>
                </a:solidFill>
                <a:latin typeface="Manrope"/>
                <a:ea typeface="Manrope"/>
                <a:cs typeface="Manrope"/>
              </a:rPr>
              <a:t>Evaluation provenance</a:t>
            </a:r>
          </a:p>
        </p:txBody>
      </p:sp>
      <p:sp>
        <p:nvSpPr>
          <p:cNvPr id="17" name="">
            <a:extLst xmlns:a="http://schemas.openxmlformats.org/drawingml/2006/main">
              <a:ext uri="{FF2B5EF4-FFF2-40B4-BE49-F238E27FC236}">
                <a16:creationId xmlns:a16="http://schemas.microsoft.com/office/drawing/2014/main" id="{51A63444-7E9C-48E2-AC0F-6E369348EE34}"/>
              </a:ext>
            </a:extLst>
          </p:cNvPr>
          <p:cNvSpPr>
            <a:spLocks xmlns:a="http://schemas.openxmlformats.org/drawingml/2006/main" noGrp="1"/>
          </p:cNvSpPr>
          <p:nvPr/>
        </p:nvSpPr>
        <p:spPr>
          <a:xfrm xmlns:a="http://schemas.openxmlformats.org/drawingml/2006/main">
            <a:off x="7372350" y="2695575"/>
            <a:ext cx="3733800" cy="2838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0F172A"/>
                </a:solidFill>
                <a:latin typeface="Inter"/>
                <a:ea typeface="Inter"/>
                <a:cs typeface="Inter"/>
              </a:defRPr>
            </a:defPPr>
            <a:lvl1pPr>
              <a:defRPr sz="1950" b="0">
                <a:solidFill>
                  <a:srgbClr val="0F172A"/>
                </a:solidFill>
                <a:latin typeface="Inter"/>
                <a:ea typeface="Inter"/>
                <a:cs typeface="Inter"/>
              </a:defRPr>
            </a:lvl1pPr>
            <a:lvl2pPr>
              <a:defRPr sz="1950" b="0">
                <a:solidFill>
                  <a:srgbClr val="0F172A"/>
                </a:solidFill>
                <a:latin typeface="Inter"/>
                <a:ea typeface="Inter"/>
                <a:cs typeface="Inter"/>
              </a:defRPr>
            </a:lvl2pPr>
            <a:lvl3pPr>
              <a:defRPr sz="1950" b="0">
                <a:solidFill>
                  <a:srgbClr val="0F172A"/>
                </a:solidFill>
                <a:latin typeface="Inter"/>
                <a:ea typeface="Inter"/>
                <a:cs typeface="Inter"/>
              </a:defRPr>
            </a:lvl3pPr>
            <a:lvl4pPr>
              <a:defRPr sz="1950" b="0">
                <a:solidFill>
                  <a:srgbClr val="0F172A"/>
                </a:solidFill>
                <a:latin typeface="Inter"/>
                <a:ea typeface="Inter"/>
                <a:cs typeface="Inter"/>
              </a:defRPr>
            </a:lvl4pPr>
            <a:lvl5pPr>
              <a:defRPr sz="1950" b="0">
                <a:solidFill>
                  <a:srgbClr val="0F172A"/>
                </a:solidFill>
                <a:latin typeface="Inter"/>
                <a:ea typeface="Inter"/>
                <a:cs typeface="Inter"/>
              </a:defRPr>
            </a:lvl5pPr>
            <a:lvl6pPr>
              <a:defRPr sz="1950" b="0">
                <a:solidFill>
                  <a:srgbClr val="0F172A"/>
                </a:solidFill>
                <a:latin typeface="Inter"/>
                <a:ea typeface="Inter"/>
                <a:cs typeface="Inter"/>
              </a:defRPr>
            </a:lvl6pPr>
            <a:lvl7pPr>
              <a:defRPr sz="1950" b="0">
                <a:solidFill>
                  <a:srgbClr val="0F172A"/>
                </a:solidFill>
                <a:latin typeface="Inter"/>
                <a:ea typeface="Inter"/>
                <a:cs typeface="Inter"/>
              </a:defRPr>
            </a:lvl7pPr>
            <a:lvl8pPr>
              <a:defRPr sz="1950" b="0">
                <a:solidFill>
                  <a:srgbClr val="0F172A"/>
                </a:solidFill>
                <a:latin typeface="Inter"/>
                <a:ea typeface="Inter"/>
                <a:cs typeface="Inter"/>
              </a:defRPr>
            </a:lvl8pPr>
            <a:lvl9pPr>
              <a:defRPr sz="1950" b="0">
                <a:solidFill>
                  <a:srgbClr val="0F172A"/>
                </a:solidFill>
                <a:latin typeface="Inter"/>
                <a:ea typeface="Inter"/>
                <a:cs typeface="Inter"/>
              </a:defRPr>
            </a:lvl9pPr>
          </a:lstStyle>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evaluate.py regenerates 12,000 bursts</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Same generation seed: 42</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Reported evaluation subset: 1,800</a:t>
            </a:r>
          </a:p>
          <a:p xmlns:a="http://schemas.openxmlformats.org/drawingml/2006/main">
            <a:r>
              <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Train/evaluation isolation</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requires a dedicated audit</a:t>
            </a:r>
          </a:p>
        </p:txBody>
      </p:sp>
    </p:spTree>
    <p:extLst>
      <p:ext uri="{BB962C8B-B14F-4D97-AF65-F5344CB8AC3E}">
        <p14:creationId xmlns:p14="http://schemas.microsoft.com/office/powerpoint/2010/main" val="73422219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ounded Rectangle 1">
            <a:extLst xmlns:a="http://schemas.openxmlformats.org/drawingml/2006/main">
              <a:ext uri="{FF2B5EF4-FFF2-40B4-BE49-F238E27FC236}">
                <a16:creationId xmlns:a16="http://schemas.microsoft.com/office/drawing/2014/main" id="{D74A176D-A6E0-4A17-9220-F0D4BC68BE65}"/>
              </a:ext>
            </a:extLst>
          </p:cNvPr>
          <p:cNvSpPr>
            <a:spLocks xmlns:a="http://schemas.openxmlformats.org/drawingml/2006/main" noGrp="1"/>
          </p:cNvSpPr>
          <p:nvPr/>
        </p:nvSpPr>
        <p:spPr>
          <a:xfrm xmlns:a="http://schemas.openxmlformats.org/drawingml/2006/main">
            <a:off x="731520" y="384048"/>
            <a:ext cx="137160" cy="4434840"/>
          </a:xfrm>
          <a:prstGeom xmlns:a="http://schemas.openxmlformats.org/drawingml/2006/main" prst="roundRect">
            <a:avLst>
              <a:gd name="adj" fmla="val 4000"/>
            </a:avLst>
          </a:prstGeom>
          <a:solidFill xmlns:a="http://schemas.openxmlformats.org/drawingml/2006/main">
            <a:srgbClr val="0284C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ounded Rectangle 2">
            <a:extLst xmlns:a="http://schemas.openxmlformats.org/drawingml/2006/main">
              <a:ext uri="{FF2B5EF4-FFF2-40B4-BE49-F238E27FC236}">
                <a16:creationId xmlns:a16="http://schemas.microsoft.com/office/drawing/2014/main" id="{342B37B4-CBA6-4E82-956F-EC95589FC3DD}"/>
              </a:ext>
            </a:extLst>
          </p:cNvPr>
          <p:cNvSpPr>
            <a:spLocks xmlns:a="http://schemas.openxmlformats.org/drawingml/2006/main" noGrp="1"/>
          </p:cNvSpPr>
          <p:nvPr/>
        </p:nvSpPr>
        <p:spPr>
          <a:xfrm xmlns:a="http://schemas.openxmlformats.org/drawingml/2006/main">
            <a:off x="1005840" y="384048"/>
            <a:ext cx="3236976" cy="329184"/>
          </a:xfrm>
          <a:prstGeom xmlns:a="http://schemas.openxmlformats.org/drawingml/2006/main" prst="roundRect">
            <a:avLst>
              <a:gd name="adj" fmla="val 4000"/>
            </a:avLst>
          </a:prstGeom>
          <a:solidFill xmlns:a="http://schemas.openxmlformats.org/drawingml/2006/main">
            <a:srgbClr val="256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B42F105E-D0FB-49CE-BAFD-7031D4B06FFE}"/>
              </a:ext>
            </a:extLst>
          </p:cNvPr>
          <p:cNvSpPr>
            <a:spLocks xmlns:a="http://schemas.openxmlformats.org/drawingml/2006/main" noGrp="1"/>
          </p:cNvSpPr>
          <p:nvPr/>
        </p:nvSpPr>
        <p:spPr>
          <a:xfrm xmlns:a="http://schemas.openxmlformats.org/drawingml/2006/main">
            <a:off x="1078992" y="402336"/>
            <a:ext cx="3236976" cy="3017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100" b="1">
                <a:solidFill>
                  <a:srgbClr val="FFFFFF"/>
                </a:solidFill>
                <a:latin typeface="Manrope"/>
                <a:ea typeface="Manrope"/>
                <a:cs typeface="Manrope"/>
              </a:rPr>
              <a:t>02 • GIẢI PHÁP &amp; KHÁI NIỆM</a:t>
            </a:r>
          </a:p>
        </p:txBody>
      </p:sp>
      <p:sp>
        <p:nvSpPr>
          <p:cNvPr id="5" name="TextBox 4">
            <a:extLst xmlns:a="http://schemas.openxmlformats.org/drawingml/2006/main">
              <a:ext uri="{FF2B5EF4-FFF2-40B4-BE49-F238E27FC236}">
                <a16:creationId xmlns:a16="http://schemas.microsoft.com/office/drawing/2014/main" id="{6A65450D-5B03-4745-A0B1-F206D825FD25}"/>
              </a:ext>
            </a:extLst>
          </p:cNvPr>
          <p:cNvSpPr>
            <a:spLocks xmlns:a="http://schemas.openxmlformats.org/drawingml/2006/main" noGrp="1"/>
          </p:cNvSpPr>
          <p:nvPr/>
        </p:nvSpPr>
        <p:spPr>
          <a:xfrm xmlns:a="http://schemas.openxmlformats.org/drawingml/2006/main">
            <a:off x="1005840" y="804672"/>
            <a:ext cx="10424160"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3000" b="1">
                <a:solidFill>
                  <a:srgbClr val="0F172A"/>
                </a:solidFill>
                <a:latin typeface="Manrope"/>
                <a:ea typeface="Manrope"/>
                <a:cs typeface="Manrope"/>
              </a:defRPr>
            </a:defPPr>
            <a:lvl1pPr>
              <a:defRPr sz="3000" b="1">
                <a:solidFill>
                  <a:srgbClr val="0F172A"/>
                </a:solidFill>
                <a:latin typeface="Manrope"/>
                <a:ea typeface="Manrope"/>
                <a:cs typeface="Manrope"/>
              </a:defRPr>
            </a:lvl1pPr>
            <a:lvl2pPr>
              <a:defRPr sz="3000" b="1">
                <a:solidFill>
                  <a:srgbClr val="0F172A"/>
                </a:solidFill>
                <a:latin typeface="Manrope"/>
                <a:ea typeface="Manrope"/>
                <a:cs typeface="Manrope"/>
              </a:defRPr>
            </a:lvl2pPr>
            <a:lvl3pPr>
              <a:defRPr sz="3000" b="1">
                <a:solidFill>
                  <a:srgbClr val="0F172A"/>
                </a:solidFill>
                <a:latin typeface="Manrope"/>
                <a:ea typeface="Manrope"/>
                <a:cs typeface="Manrope"/>
              </a:defRPr>
            </a:lvl3pPr>
            <a:lvl4pPr>
              <a:defRPr sz="3000" b="1">
                <a:solidFill>
                  <a:srgbClr val="0F172A"/>
                </a:solidFill>
                <a:latin typeface="Manrope"/>
                <a:ea typeface="Manrope"/>
                <a:cs typeface="Manrope"/>
              </a:defRPr>
            </a:lvl4pPr>
            <a:lvl5pPr>
              <a:defRPr sz="3000" b="1">
                <a:solidFill>
                  <a:srgbClr val="0F172A"/>
                </a:solidFill>
                <a:latin typeface="Manrope"/>
                <a:ea typeface="Manrope"/>
                <a:cs typeface="Manrope"/>
              </a:defRPr>
            </a:lvl5pPr>
            <a:lvl6pPr>
              <a:defRPr sz="3000" b="1">
                <a:solidFill>
                  <a:srgbClr val="0F172A"/>
                </a:solidFill>
                <a:latin typeface="Manrope"/>
                <a:ea typeface="Manrope"/>
                <a:cs typeface="Manrope"/>
              </a:defRPr>
            </a:lvl6pPr>
            <a:lvl7pPr>
              <a:defRPr sz="3000" b="1">
                <a:solidFill>
                  <a:srgbClr val="0F172A"/>
                </a:solidFill>
                <a:latin typeface="Manrope"/>
                <a:ea typeface="Manrope"/>
                <a:cs typeface="Manrope"/>
              </a:defRPr>
            </a:lvl7pPr>
            <a:lvl8pPr>
              <a:defRPr sz="3000" b="1">
                <a:solidFill>
                  <a:srgbClr val="0F172A"/>
                </a:solidFill>
                <a:latin typeface="Manrope"/>
                <a:ea typeface="Manrope"/>
                <a:cs typeface="Manrope"/>
              </a:defRPr>
            </a:lvl8pPr>
            <a:lvl9pPr>
              <a:defRPr sz="3000" b="1">
                <a:solidFill>
                  <a:srgbClr val="0F172A"/>
                </a:solidFill>
                <a:latin typeface="Manrope"/>
                <a:ea typeface="Manrope"/>
                <a:cs typeface="Manrope"/>
              </a:defRPr>
            </a:lvl9pPr>
          </a:lstStyle>
          <a:p xmlns:a="http://schemas.openxmlformats.org/drawingml/2006/main">
            <a:pPr>
              <a:defRPr sz="3000" b="1">
                <a:solidFill>
                  <a:srgbClr val="0F172A"/>
                </a:solidFill>
                <a:latin typeface="Manrope"/>
                <a:ea typeface="Manrope"/>
                <a:cs typeface="Manrope"/>
              </a:defRPr>
            </a:pPr>
            <a:r>
              <a:rPr sz="3000" b="1">
                <a:solidFill>
                  <a:srgbClr val="0F172A"/>
                </a:solidFill>
                <a:latin typeface="Manrope"/>
                <a:ea typeface="Manrope"/>
                <a:cs typeface="Manrope"/>
              </a:rPr>
              <a:t>RF augmentation during training</a:t>
            </a:r>
          </a:p>
        </p:txBody>
      </p:sp>
      <p:sp>
        <p:nvSpPr>
          <p:cNvPr id="6" name="TextBox 5">
            <a:extLst xmlns:a="http://schemas.openxmlformats.org/drawingml/2006/main">
              <a:ext uri="{FF2B5EF4-FFF2-40B4-BE49-F238E27FC236}">
                <a16:creationId xmlns:a16="http://schemas.microsoft.com/office/drawing/2014/main" id="{2F18188B-2B94-4133-BD1B-E5CC84180060}"/>
              </a:ext>
            </a:extLst>
          </p:cNvPr>
          <p:cNvSpPr>
            <a:spLocks xmlns:a="http://schemas.openxmlformats.org/drawingml/2006/main" noGrp="1"/>
          </p:cNvSpPr>
          <p:nvPr/>
        </p:nvSpPr>
        <p:spPr>
          <a:xfrm xmlns:a="http://schemas.openxmlformats.org/drawingml/2006/main">
            <a:off x="1005840" y="1389888"/>
            <a:ext cx="3589338" cy="24003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575">
                <a:solidFill>
                  <a:srgbClr val="0F172A"/>
                </a:solidFill>
                <a:latin typeface="Inter"/>
                <a:ea typeface="Inter"/>
                <a:cs typeface="Inter"/>
              </a:defRPr>
            </a:defPPr>
            <a:lvl1pPr>
              <a:defRPr sz="1575">
                <a:solidFill>
                  <a:srgbClr val="0F172A"/>
                </a:solidFill>
                <a:latin typeface="Inter"/>
                <a:ea typeface="Inter"/>
                <a:cs typeface="Inter"/>
              </a:defRPr>
            </a:lvl1pPr>
            <a:lvl2pPr>
              <a:defRPr sz="1575">
                <a:solidFill>
                  <a:srgbClr val="0F172A"/>
                </a:solidFill>
                <a:latin typeface="Inter"/>
                <a:ea typeface="Inter"/>
                <a:cs typeface="Inter"/>
              </a:defRPr>
            </a:lvl2pPr>
            <a:lvl3pPr>
              <a:defRPr sz="1575">
                <a:solidFill>
                  <a:srgbClr val="0F172A"/>
                </a:solidFill>
                <a:latin typeface="Inter"/>
                <a:ea typeface="Inter"/>
                <a:cs typeface="Inter"/>
              </a:defRPr>
            </a:lvl3pPr>
            <a:lvl4pPr>
              <a:defRPr sz="1575">
                <a:solidFill>
                  <a:srgbClr val="0F172A"/>
                </a:solidFill>
                <a:latin typeface="Inter"/>
                <a:ea typeface="Inter"/>
                <a:cs typeface="Inter"/>
              </a:defRPr>
            </a:lvl4pPr>
            <a:lvl5pPr>
              <a:defRPr sz="1575">
                <a:solidFill>
                  <a:srgbClr val="0F172A"/>
                </a:solidFill>
                <a:latin typeface="Inter"/>
                <a:ea typeface="Inter"/>
                <a:cs typeface="Inter"/>
              </a:defRPr>
            </a:lvl5pPr>
            <a:lvl6pPr>
              <a:defRPr sz="1575">
                <a:solidFill>
                  <a:srgbClr val="0F172A"/>
                </a:solidFill>
                <a:latin typeface="Inter"/>
                <a:ea typeface="Inter"/>
                <a:cs typeface="Inter"/>
              </a:defRPr>
            </a:lvl6pPr>
            <a:lvl7pPr>
              <a:defRPr sz="1575">
                <a:solidFill>
                  <a:srgbClr val="0F172A"/>
                </a:solidFill>
                <a:latin typeface="Inter"/>
                <a:ea typeface="Inter"/>
                <a:cs typeface="Inter"/>
              </a:defRPr>
            </a:lvl7pPr>
            <a:lvl8pPr>
              <a:defRPr sz="1575">
                <a:solidFill>
                  <a:srgbClr val="0F172A"/>
                </a:solidFill>
                <a:latin typeface="Inter"/>
                <a:ea typeface="Inter"/>
                <a:cs typeface="Inter"/>
              </a:defRPr>
            </a:lvl8pPr>
            <a:lvl9pPr>
              <a:defRPr sz="1575">
                <a:solidFill>
                  <a:srgbClr val="0F172A"/>
                </a:solidFill>
                <a:latin typeface="Inter"/>
                <a:ea typeface="Inter"/>
                <a:cs typeface="Inter"/>
              </a:defRPr>
            </a:lvl9pPr>
          </a:lstStyle>
          <a:p xmlns:a="http://schemas.openxmlformats.org/drawingml/2006/main">
            <a:pPr>
              <a:defRPr sz="1575">
                <a:solidFill>
                  <a:srgbClr val="0F172A"/>
                </a:solidFill>
                <a:latin typeface="Inter"/>
                <a:ea typeface="Inter"/>
                <a:cs typeface="Inter"/>
              </a:defRPr>
            </a:pPr>
            <a:r>
              <a:rPr sz="1575" b="0">
                <a:solidFill>
                  <a:srgbClr val="0F172A"/>
                </a:solidFill>
                <a:latin typeface="Inter"/>
                <a:ea typeface="Inter"/>
                <a:cs typeface="Inter"/>
              </a:rPr>
              <a:t>Actual probabilities configured in train.py</a:t>
            </a:r>
          </a:p>
        </p:txBody>
      </p:sp>
      <p:sp>
        <p:nvSpPr>
          <p:cNvPr id="7" name="Rectangle 6">
            <a:extLst xmlns:a="http://schemas.openxmlformats.org/drawingml/2006/main">
              <a:ext uri="{FF2B5EF4-FFF2-40B4-BE49-F238E27FC236}">
                <a16:creationId xmlns:a16="http://schemas.microsoft.com/office/drawing/2014/main" id="{30B8C8B0-6120-4BEE-A7F5-895353754FC3}"/>
              </a:ext>
            </a:extLst>
          </p:cNvPr>
          <p:cNvSpPr>
            <a:spLocks xmlns:a="http://schemas.openxmlformats.org/drawingml/2006/main" noGrp="1"/>
          </p:cNvSpPr>
          <p:nvPr/>
        </p:nvSpPr>
        <p:spPr>
          <a:xfrm xmlns:a="http://schemas.openxmlformats.org/drawingml/2006/main">
            <a:off x="731520" y="6035040"/>
            <a:ext cx="10725912" cy="9144"/>
          </a:xfrm>
          <a:prstGeom xmlns:a="http://schemas.openxmlformats.org/drawingml/2006/main" prst="rect">
            <a:avLst/>
          </a:prstGeom>
          <a:solidFill xmlns:a="http://schemas.openxmlformats.org/drawingml/2006/main">
            <a:srgbClr val="E2E8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2404BB02-4900-4F89-9074-FC929CBDE1A6}"/>
              </a:ext>
            </a:extLst>
          </p:cNvPr>
          <p:cNvSpPr>
            <a:spLocks xmlns:a="http://schemas.openxmlformats.org/drawingml/2006/main" noGrp="1"/>
          </p:cNvSpPr>
          <p:nvPr/>
        </p:nvSpPr>
        <p:spPr>
          <a:xfrm xmlns:a="http://schemas.openxmlformats.org/drawingml/2006/main">
            <a:off x="731520" y="6144768"/>
            <a:ext cx="7772400" cy="3200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900" b="0">
                <a:solidFill>
                  <a:srgbClr val="94A3B8"/>
                </a:solidFill>
                <a:latin typeface="Inter"/>
                <a:ea typeface="Inter"/>
                <a:cs typeface="Inter"/>
              </a:rPr>
              <a:t>EE136: Machine Learning for Wireless Communications | Topic 4 Capstone Defense</a:t>
            </a:r>
          </a:p>
        </p:txBody>
      </p:sp>
      <p:sp>
        <p:nvSpPr>
          <p:cNvPr id="9" name="TextBox 8">
            <a:extLst xmlns:a="http://schemas.openxmlformats.org/drawingml/2006/main">
              <a:ext uri="{FF2B5EF4-FFF2-40B4-BE49-F238E27FC236}">
                <a16:creationId xmlns:a16="http://schemas.microsoft.com/office/drawing/2014/main" id="{70C8AB87-1C9C-44A0-8672-0AFBEE81AE36}"/>
              </a:ext>
            </a:extLst>
          </p:cNvPr>
          <p:cNvSpPr>
            <a:spLocks xmlns:a="http://schemas.openxmlformats.org/drawingml/2006/main" noGrp="1"/>
          </p:cNvSpPr>
          <p:nvPr/>
        </p:nvSpPr>
        <p:spPr>
          <a:xfrm xmlns:a="http://schemas.openxmlformats.org/drawingml/2006/main">
            <a:off x="9601200" y="6144768"/>
            <a:ext cx="817880" cy="2286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900" b="0">
                <a:solidFill>
                  <a:srgbClr val="94A3B8"/>
                </a:solidFill>
                <a:latin typeface="Inter"/>
                <a:ea typeface="Inter"/>
                <a:cs typeface="Inter"/>
              </a:rPr>
              <a:t>Slide 5 of 14</a:t>
            </a:r>
          </a:p>
        </p:txBody>
      </p:sp>
      <p:sp>
        <p:nvSpPr>
          <p:cNvPr id="10" name="">
            <a:extLst xmlns:a="http://schemas.openxmlformats.org/drawingml/2006/main">
              <a:ext uri="{FF2B5EF4-FFF2-40B4-BE49-F238E27FC236}">
                <a16:creationId xmlns:a16="http://schemas.microsoft.com/office/drawing/2014/main" id="{70C7FE8F-A117-4B4E-A9BB-3D1B79E5DB83}"/>
              </a:ext>
            </a:extLst>
          </p:cNvPr>
          <p:cNvSpPr>
            <a:spLocks xmlns:a="http://schemas.openxmlformats.org/drawingml/2006/main" noGrp="1"/>
          </p:cNvSpPr>
          <p:nvPr/>
        </p:nvSpPr>
        <p:spPr>
          <a:xfrm xmlns:a="http://schemas.openxmlformats.org/drawingml/2006/main">
            <a:off x="1047750" y="1952625"/>
            <a:ext cx="4953000" cy="1571625"/>
          </a:xfrm>
          <a:prstGeom xmlns:a="http://schemas.openxmlformats.org/drawingml/2006/main" prst="roundRect">
            <a:avLst>
              <a:gd name="adj" fmla="val 3636"/>
            </a:avLst>
          </a:prstGeom>
          <a:solidFill xmlns:a="http://schemas.openxmlformats.org/drawingml/2006/main">
            <a:srgbClr val="F8FAFC"/>
          </a:solidFill>
          <a:ln xmlns:a="http://schemas.openxmlformats.org/drawingml/2006/main" w="9525">
            <a:solidFill>
              <a:srgbClr val="E2E8F0"/>
            </a:solidFill>
            <a:prstDash val="solid"/>
          </a:ln>
        </p:spPr>
      </p:sp>
      <p:sp>
        <p:nvSpPr>
          <p:cNvPr id="11" name="">
            <a:extLst xmlns:a="http://schemas.openxmlformats.org/drawingml/2006/main">
              <a:ext uri="{FF2B5EF4-FFF2-40B4-BE49-F238E27FC236}">
                <a16:creationId xmlns:a16="http://schemas.microsoft.com/office/drawing/2014/main" id="{7A2BB03D-C7E7-41A9-AC8A-B248F663EBBB}"/>
              </a:ext>
            </a:extLst>
          </p:cNvPr>
          <p:cNvSpPr>
            <a:spLocks xmlns:a="http://schemas.openxmlformats.org/drawingml/2006/main" noGrp="1"/>
          </p:cNvSpPr>
          <p:nvPr/>
        </p:nvSpPr>
        <p:spPr>
          <a:xfrm xmlns:a="http://schemas.openxmlformats.org/drawingml/2006/main">
            <a:off x="1276350" y="2124075"/>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0284C7"/>
                </a:solidFill>
                <a:latin typeface="Manrope"/>
                <a:ea typeface="Manrope"/>
                <a:cs typeface="Manrope"/>
              </a:defRPr>
            </a:defPPr>
            <a:lvl1pPr>
              <a:defRPr sz="2100" b="1">
                <a:solidFill>
                  <a:srgbClr val="0284C7"/>
                </a:solidFill>
                <a:latin typeface="Manrope"/>
                <a:ea typeface="Manrope"/>
                <a:cs typeface="Manrope"/>
              </a:defRPr>
            </a:lvl1pPr>
            <a:lvl2pPr>
              <a:defRPr sz="2100" b="1">
                <a:solidFill>
                  <a:srgbClr val="0284C7"/>
                </a:solidFill>
                <a:latin typeface="Manrope"/>
                <a:ea typeface="Manrope"/>
                <a:cs typeface="Manrope"/>
              </a:defRPr>
            </a:lvl2pPr>
            <a:lvl3pPr>
              <a:defRPr sz="2100" b="1">
                <a:solidFill>
                  <a:srgbClr val="0284C7"/>
                </a:solidFill>
                <a:latin typeface="Manrope"/>
                <a:ea typeface="Manrope"/>
                <a:cs typeface="Manrope"/>
              </a:defRPr>
            </a:lvl3pPr>
            <a:lvl4pPr>
              <a:defRPr sz="2100" b="1">
                <a:solidFill>
                  <a:srgbClr val="0284C7"/>
                </a:solidFill>
                <a:latin typeface="Manrope"/>
                <a:ea typeface="Manrope"/>
                <a:cs typeface="Manrope"/>
              </a:defRPr>
            </a:lvl4pPr>
            <a:lvl5pPr>
              <a:defRPr sz="2100" b="1">
                <a:solidFill>
                  <a:srgbClr val="0284C7"/>
                </a:solidFill>
                <a:latin typeface="Manrope"/>
                <a:ea typeface="Manrope"/>
                <a:cs typeface="Manrope"/>
              </a:defRPr>
            </a:lvl5pPr>
            <a:lvl6pPr>
              <a:defRPr sz="2100" b="1">
                <a:solidFill>
                  <a:srgbClr val="0284C7"/>
                </a:solidFill>
                <a:latin typeface="Manrope"/>
                <a:ea typeface="Manrope"/>
                <a:cs typeface="Manrope"/>
              </a:defRPr>
            </a:lvl6pPr>
            <a:lvl7pPr>
              <a:defRPr sz="2100" b="1">
                <a:solidFill>
                  <a:srgbClr val="0284C7"/>
                </a:solidFill>
                <a:latin typeface="Manrope"/>
                <a:ea typeface="Manrope"/>
                <a:cs typeface="Manrope"/>
              </a:defRPr>
            </a:lvl7pPr>
            <a:lvl8pPr>
              <a:defRPr sz="2100" b="1">
                <a:solidFill>
                  <a:srgbClr val="0284C7"/>
                </a:solidFill>
                <a:latin typeface="Manrope"/>
                <a:ea typeface="Manrope"/>
                <a:cs typeface="Manrope"/>
              </a:defRPr>
            </a:lvl8pPr>
            <a:lvl9pPr>
              <a:defRPr sz="2100" b="1">
                <a:solidFill>
                  <a:srgbClr val="0284C7"/>
                </a:solidFill>
                <a:latin typeface="Manrope"/>
                <a:ea typeface="Manrope"/>
                <a:cs typeface="Manrope"/>
              </a:defRPr>
            </a:lvl9pPr>
          </a:lstStyle>
          <a:p xmlns:a="http://schemas.openxmlformats.org/drawingml/2006/main">
            <a:pPr>
              <a:defRPr sz="2100" b="1">
                <a:solidFill>
                  <a:srgbClr val="0284C7"/>
                </a:solidFill>
                <a:latin typeface="Manrope"/>
                <a:ea typeface="Manrope"/>
                <a:cs typeface="Manrope"/>
              </a:defRPr>
            </a:pPr>
            <a:r>
              <a:rPr sz="2100" b="1">
                <a:solidFill>
                  <a:srgbClr val="0284C7"/>
                </a:solidFill>
                <a:latin typeface="Manrope"/>
                <a:ea typeface="Manrope"/>
                <a:cs typeface="Manrope"/>
              </a:rPr>
              <a:t>Phase rotation</a:t>
            </a:r>
          </a:p>
        </p:txBody>
      </p:sp>
      <p:sp>
        <p:nvSpPr>
          <p:cNvPr id="12" name="">
            <a:extLst xmlns:a="http://schemas.openxmlformats.org/drawingml/2006/main">
              <a:ext uri="{FF2B5EF4-FFF2-40B4-BE49-F238E27FC236}">
                <a16:creationId xmlns:a16="http://schemas.microsoft.com/office/drawing/2014/main" id="{1820E9F0-D242-4DD7-8CD8-E0814FD7F692}"/>
              </a:ext>
            </a:extLst>
          </p:cNvPr>
          <p:cNvSpPr>
            <a:spLocks xmlns:a="http://schemas.openxmlformats.org/drawingml/2006/main" noGrp="1"/>
          </p:cNvSpPr>
          <p:nvPr/>
        </p:nvSpPr>
        <p:spPr>
          <a:xfrm xmlns:a="http://schemas.openxmlformats.org/drawingml/2006/main">
            <a:off x="1276350" y="2581275"/>
            <a:ext cx="1476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0F172A"/>
                </a:solidFill>
                <a:latin typeface="Consolas"/>
                <a:ea typeface="Consolas"/>
                <a:cs typeface="Consolas"/>
              </a:defRPr>
            </a:defPPr>
            <a:lvl1pPr>
              <a:defRPr sz="2025" b="0">
                <a:solidFill>
                  <a:srgbClr val="0F172A"/>
                </a:solidFill>
                <a:latin typeface="Consolas"/>
                <a:ea typeface="Consolas"/>
                <a:cs typeface="Consolas"/>
              </a:defRPr>
            </a:lvl1pPr>
            <a:lvl2pPr>
              <a:defRPr sz="2025" b="0">
                <a:solidFill>
                  <a:srgbClr val="0F172A"/>
                </a:solidFill>
                <a:latin typeface="Consolas"/>
                <a:ea typeface="Consolas"/>
                <a:cs typeface="Consolas"/>
              </a:defRPr>
            </a:lvl2pPr>
            <a:lvl3pPr>
              <a:defRPr sz="2025" b="0">
                <a:solidFill>
                  <a:srgbClr val="0F172A"/>
                </a:solidFill>
                <a:latin typeface="Consolas"/>
                <a:ea typeface="Consolas"/>
                <a:cs typeface="Consolas"/>
              </a:defRPr>
            </a:lvl3pPr>
            <a:lvl4pPr>
              <a:defRPr sz="2025" b="0">
                <a:solidFill>
                  <a:srgbClr val="0F172A"/>
                </a:solidFill>
                <a:latin typeface="Consolas"/>
                <a:ea typeface="Consolas"/>
                <a:cs typeface="Consolas"/>
              </a:defRPr>
            </a:lvl4pPr>
            <a:lvl5pPr>
              <a:defRPr sz="2025" b="0">
                <a:solidFill>
                  <a:srgbClr val="0F172A"/>
                </a:solidFill>
                <a:latin typeface="Consolas"/>
                <a:ea typeface="Consolas"/>
                <a:cs typeface="Consolas"/>
              </a:defRPr>
            </a:lvl5pPr>
            <a:lvl6pPr>
              <a:defRPr sz="2025" b="0">
                <a:solidFill>
                  <a:srgbClr val="0F172A"/>
                </a:solidFill>
                <a:latin typeface="Consolas"/>
                <a:ea typeface="Consolas"/>
                <a:cs typeface="Consolas"/>
              </a:defRPr>
            </a:lvl6pPr>
            <a:lvl7pPr>
              <a:defRPr sz="2025" b="0">
                <a:solidFill>
                  <a:srgbClr val="0F172A"/>
                </a:solidFill>
                <a:latin typeface="Consolas"/>
                <a:ea typeface="Consolas"/>
                <a:cs typeface="Consolas"/>
              </a:defRPr>
            </a:lvl7pPr>
            <a:lvl8pPr>
              <a:defRPr sz="2025" b="0">
                <a:solidFill>
                  <a:srgbClr val="0F172A"/>
                </a:solidFill>
                <a:latin typeface="Consolas"/>
                <a:ea typeface="Consolas"/>
                <a:cs typeface="Consolas"/>
              </a:defRPr>
            </a:lvl8pPr>
            <a:lvl9pPr>
              <a:defRPr sz="2025" b="0">
                <a:solidFill>
                  <a:srgbClr val="0F172A"/>
                </a:solidFill>
                <a:latin typeface="Consolas"/>
                <a:ea typeface="Consolas"/>
                <a:cs typeface="Consolas"/>
              </a:defRPr>
            </a:lvl9pPr>
          </a:lstStyle>
          <a:p xmlns:a="http://schemas.openxmlformats.org/drawingml/2006/main">
            <a:pPr>
              <a:defRPr sz="2025" b="0">
                <a:solidFill>
                  <a:srgbClr val="0F172A"/>
                </a:solidFill>
                <a:latin typeface="Consolas"/>
                <a:ea typeface="Consolas"/>
                <a:cs typeface="Consolas"/>
              </a:defRPr>
            </a:pPr>
            <a:r>
              <a:rPr sz="2025" b="0">
                <a:solidFill>
                  <a:srgbClr val="0F172A"/>
                </a:solidFill>
                <a:latin typeface="Consolas"/>
                <a:ea typeface="Consolas"/>
                <a:cs typeface="Consolas"/>
              </a:rPr>
              <a:t>p = 0.50</a:t>
            </a:r>
          </a:p>
        </p:txBody>
      </p:sp>
      <p:sp>
        <p:nvSpPr>
          <p:cNvPr id="13" name="">
            <a:extLst xmlns:a="http://schemas.openxmlformats.org/drawingml/2006/main">
              <a:ext uri="{FF2B5EF4-FFF2-40B4-BE49-F238E27FC236}">
                <a16:creationId xmlns:a16="http://schemas.microsoft.com/office/drawing/2014/main" id="{624E78BC-165E-4547-8C07-53242CBC33B8}"/>
              </a:ext>
            </a:extLst>
          </p:cNvPr>
          <p:cNvSpPr>
            <a:spLocks xmlns:a="http://schemas.openxmlformats.org/drawingml/2006/main" noGrp="1"/>
          </p:cNvSpPr>
          <p:nvPr/>
        </p:nvSpPr>
        <p:spPr>
          <a:xfrm xmlns:a="http://schemas.openxmlformats.org/drawingml/2006/main">
            <a:off x="2857500" y="2619375"/>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F172A"/>
                </a:solidFill>
                <a:latin typeface="Consolas"/>
                <a:ea typeface="Consolas"/>
                <a:cs typeface="Consolas"/>
              </a:defRPr>
            </a:defPPr>
            <a:lvl1pPr>
              <a:defRPr sz="1725" b="0">
                <a:solidFill>
                  <a:srgbClr val="0F172A"/>
                </a:solidFill>
                <a:latin typeface="Consolas"/>
                <a:ea typeface="Consolas"/>
                <a:cs typeface="Consolas"/>
              </a:defRPr>
            </a:lvl1pPr>
            <a:lvl2pPr>
              <a:defRPr sz="1725" b="0">
                <a:solidFill>
                  <a:srgbClr val="0F172A"/>
                </a:solidFill>
                <a:latin typeface="Consolas"/>
                <a:ea typeface="Consolas"/>
                <a:cs typeface="Consolas"/>
              </a:defRPr>
            </a:lvl2pPr>
            <a:lvl3pPr>
              <a:defRPr sz="1725" b="0">
                <a:solidFill>
                  <a:srgbClr val="0F172A"/>
                </a:solidFill>
                <a:latin typeface="Consolas"/>
                <a:ea typeface="Consolas"/>
                <a:cs typeface="Consolas"/>
              </a:defRPr>
            </a:lvl3pPr>
            <a:lvl4pPr>
              <a:defRPr sz="1725" b="0">
                <a:solidFill>
                  <a:srgbClr val="0F172A"/>
                </a:solidFill>
                <a:latin typeface="Consolas"/>
                <a:ea typeface="Consolas"/>
                <a:cs typeface="Consolas"/>
              </a:defRPr>
            </a:lvl4pPr>
            <a:lvl5pPr>
              <a:defRPr sz="1725" b="0">
                <a:solidFill>
                  <a:srgbClr val="0F172A"/>
                </a:solidFill>
                <a:latin typeface="Consolas"/>
                <a:ea typeface="Consolas"/>
                <a:cs typeface="Consolas"/>
              </a:defRPr>
            </a:lvl5pPr>
            <a:lvl6pPr>
              <a:defRPr sz="1725" b="0">
                <a:solidFill>
                  <a:srgbClr val="0F172A"/>
                </a:solidFill>
                <a:latin typeface="Consolas"/>
                <a:ea typeface="Consolas"/>
                <a:cs typeface="Consolas"/>
              </a:defRPr>
            </a:lvl6pPr>
            <a:lvl7pPr>
              <a:defRPr sz="1725" b="0">
                <a:solidFill>
                  <a:srgbClr val="0F172A"/>
                </a:solidFill>
                <a:latin typeface="Consolas"/>
                <a:ea typeface="Consolas"/>
                <a:cs typeface="Consolas"/>
              </a:defRPr>
            </a:lvl7pPr>
            <a:lvl8pPr>
              <a:defRPr sz="1725" b="0">
                <a:solidFill>
                  <a:srgbClr val="0F172A"/>
                </a:solidFill>
                <a:latin typeface="Consolas"/>
                <a:ea typeface="Consolas"/>
                <a:cs typeface="Consolas"/>
              </a:defRPr>
            </a:lvl8pPr>
            <a:lvl9pPr>
              <a:defRPr sz="1725" b="0">
                <a:solidFill>
                  <a:srgbClr val="0F172A"/>
                </a:solidFill>
                <a:latin typeface="Consolas"/>
                <a:ea typeface="Consolas"/>
                <a:cs typeface="Consolas"/>
              </a:defRPr>
            </a:lvl9pPr>
          </a:lstStyle>
          <a:p xmlns:a="http://schemas.openxmlformats.org/drawingml/2006/main">
            <a:pPr>
              <a:defRPr sz="1725" b="0">
                <a:solidFill>
                  <a:srgbClr val="0F172A"/>
                </a:solidFill>
                <a:latin typeface="Consolas"/>
                <a:ea typeface="Consolas"/>
                <a:cs typeface="Consolas"/>
              </a:defRPr>
            </a:pPr>
            <a:r>
              <a:rPr sz="1725" b="0">
                <a:solidFill>
                  <a:srgbClr val="0F172A"/>
                </a:solidFill>
                <a:latin typeface="Consolas"/>
                <a:ea typeface="Consolas"/>
                <a:cs typeface="Consolas"/>
              </a:rPr>
              <a:t>θ uniform in [0, 2π)</a:t>
            </a:r>
          </a:p>
        </p:txBody>
      </p:sp>
      <p:sp>
        <p:nvSpPr>
          <p:cNvPr id="14" name="">
            <a:extLst xmlns:a="http://schemas.openxmlformats.org/drawingml/2006/main">
              <a:ext uri="{FF2B5EF4-FFF2-40B4-BE49-F238E27FC236}">
                <a16:creationId xmlns:a16="http://schemas.microsoft.com/office/drawing/2014/main" id="{FCCDFEF5-C3ED-4CBE-BBA8-A141B5FD920A}"/>
              </a:ext>
            </a:extLst>
          </p:cNvPr>
          <p:cNvSpPr>
            <a:spLocks xmlns:a="http://schemas.openxmlformats.org/drawingml/2006/main" noGrp="1"/>
          </p:cNvSpPr>
          <p:nvPr/>
        </p:nvSpPr>
        <p:spPr>
          <a:xfrm xmlns:a="http://schemas.openxmlformats.org/drawingml/2006/main">
            <a:off x="6286500" y="1952625"/>
            <a:ext cx="4953000" cy="1571625"/>
          </a:xfrm>
          <a:prstGeom xmlns:a="http://schemas.openxmlformats.org/drawingml/2006/main" prst="roundRect">
            <a:avLst>
              <a:gd name="adj" fmla="val 3636"/>
            </a:avLst>
          </a:prstGeom>
          <a:solidFill xmlns:a="http://schemas.openxmlformats.org/drawingml/2006/main">
            <a:srgbClr val="F8FAFC"/>
          </a:solidFill>
          <a:ln xmlns:a="http://schemas.openxmlformats.org/drawingml/2006/main" w="9525">
            <a:solidFill>
              <a:srgbClr val="E2E8F0"/>
            </a:solidFill>
            <a:prstDash val="solid"/>
          </a:ln>
        </p:spPr>
      </p:sp>
      <p:sp>
        <p:nvSpPr>
          <p:cNvPr id="15" name="">
            <a:extLst xmlns:a="http://schemas.openxmlformats.org/drawingml/2006/main">
              <a:ext uri="{FF2B5EF4-FFF2-40B4-BE49-F238E27FC236}">
                <a16:creationId xmlns:a16="http://schemas.microsoft.com/office/drawing/2014/main" id="{3C7D305E-1454-4AFC-B691-E4226663B047}"/>
              </a:ext>
            </a:extLst>
          </p:cNvPr>
          <p:cNvSpPr>
            <a:spLocks xmlns:a="http://schemas.openxmlformats.org/drawingml/2006/main" noGrp="1"/>
          </p:cNvSpPr>
          <p:nvPr/>
        </p:nvSpPr>
        <p:spPr>
          <a:xfrm xmlns:a="http://schemas.openxmlformats.org/drawingml/2006/main">
            <a:off x="6515100" y="2124075"/>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0284C7"/>
                </a:solidFill>
                <a:latin typeface="Manrope"/>
                <a:ea typeface="Manrope"/>
                <a:cs typeface="Manrope"/>
              </a:defRPr>
            </a:defPPr>
            <a:lvl1pPr>
              <a:defRPr sz="2100" b="1">
                <a:solidFill>
                  <a:srgbClr val="0284C7"/>
                </a:solidFill>
                <a:latin typeface="Manrope"/>
                <a:ea typeface="Manrope"/>
                <a:cs typeface="Manrope"/>
              </a:defRPr>
            </a:lvl1pPr>
            <a:lvl2pPr>
              <a:defRPr sz="2100" b="1">
                <a:solidFill>
                  <a:srgbClr val="0284C7"/>
                </a:solidFill>
                <a:latin typeface="Manrope"/>
                <a:ea typeface="Manrope"/>
                <a:cs typeface="Manrope"/>
              </a:defRPr>
            </a:lvl2pPr>
            <a:lvl3pPr>
              <a:defRPr sz="2100" b="1">
                <a:solidFill>
                  <a:srgbClr val="0284C7"/>
                </a:solidFill>
                <a:latin typeface="Manrope"/>
                <a:ea typeface="Manrope"/>
                <a:cs typeface="Manrope"/>
              </a:defRPr>
            </a:lvl3pPr>
            <a:lvl4pPr>
              <a:defRPr sz="2100" b="1">
                <a:solidFill>
                  <a:srgbClr val="0284C7"/>
                </a:solidFill>
                <a:latin typeface="Manrope"/>
                <a:ea typeface="Manrope"/>
                <a:cs typeface="Manrope"/>
              </a:defRPr>
            </a:lvl4pPr>
            <a:lvl5pPr>
              <a:defRPr sz="2100" b="1">
                <a:solidFill>
                  <a:srgbClr val="0284C7"/>
                </a:solidFill>
                <a:latin typeface="Manrope"/>
                <a:ea typeface="Manrope"/>
                <a:cs typeface="Manrope"/>
              </a:defRPr>
            </a:lvl5pPr>
            <a:lvl6pPr>
              <a:defRPr sz="2100" b="1">
                <a:solidFill>
                  <a:srgbClr val="0284C7"/>
                </a:solidFill>
                <a:latin typeface="Manrope"/>
                <a:ea typeface="Manrope"/>
                <a:cs typeface="Manrope"/>
              </a:defRPr>
            </a:lvl6pPr>
            <a:lvl7pPr>
              <a:defRPr sz="2100" b="1">
                <a:solidFill>
                  <a:srgbClr val="0284C7"/>
                </a:solidFill>
                <a:latin typeface="Manrope"/>
                <a:ea typeface="Manrope"/>
                <a:cs typeface="Manrope"/>
              </a:defRPr>
            </a:lvl7pPr>
            <a:lvl8pPr>
              <a:defRPr sz="2100" b="1">
                <a:solidFill>
                  <a:srgbClr val="0284C7"/>
                </a:solidFill>
                <a:latin typeface="Manrope"/>
                <a:ea typeface="Manrope"/>
                <a:cs typeface="Manrope"/>
              </a:defRPr>
            </a:lvl8pPr>
            <a:lvl9pPr>
              <a:defRPr sz="2100" b="1">
                <a:solidFill>
                  <a:srgbClr val="0284C7"/>
                </a:solidFill>
                <a:latin typeface="Manrope"/>
                <a:ea typeface="Manrope"/>
                <a:cs typeface="Manrope"/>
              </a:defRPr>
            </a:lvl9pPr>
          </a:lstStyle>
          <a:p xmlns:a="http://schemas.openxmlformats.org/drawingml/2006/main">
            <a:pPr>
              <a:defRPr sz="2100" b="1">
                <a:solidFill>
                  <a:srgbClr val="0284C7"/>
                </a:solidFill>
                <a:latin typeface="Manrope"/>
                <a:ea typeface="Manrope"/>
                <a:cs typeface="Manrope"/>
              </a:defRPr>
            </a:pPr>
            <a:r>
              <a:rPr sz="2100" b="1">
                <a:solidFill>
                  <a:srgbClr val="0284C7"/>
                </a:solidFill>
                <a:latin typeface="Manrope"/>
                <a:ea typeface="Manrope"/>
                <a:cs typeface="Manrope"/>
              </a:rPr>
              <a:t>Gaussian noise</a:t>
            </a:r>
          </a:p>
        </p:txBody>
      </p:sp>
      <p:sp>
        <p:nvSpPr>
          <p:cNvPr id="16" name="">
            <a:extLst xmlns:a="http://schemas.openxmlformats.org/drawingml/2006/main">
              <a:ext uri="{FF2B5EF4-FFF2-40B4-BE49-F238E27FC236}">
                <a16:creationId xmlns:a16="http://schemas.microsoft.com/office/drawing/2014/main" id="{3F93504B-A5B9-4780-9ECF-5441791A11E5}"/>
              </a:ext>
            </a:extLst>
          </p:cNvPr>
          <p:cNvSpPr>
            <a:spLocks xmlns:a="http://schemas.openxmlformats.org/drawingml/2006/main" noGrp="1"/>
          </p:cNvSpPr>
          <p:nvPr/>
        </p:nvSpPr>
        <p:spPr>
          <a:xfrm xmlns:a="http://schemas.openxmlformats.org/drawingml/2006/main">
            <a:off x="6515100" y="2581275"/>
            <a:ext cx="1476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0F172A"/>
                </a:solidFill>
                <a:latin typeface="Consolas"/>
                <a:ea typeface="Consolas"/>
                <a:cs typeface="Consolas"/>
              </a:defRPr>
            </a:defPPr>
            <a:lvl1pPr>
              <a:defRPr sz="2025" b="0">
                <a:solidFill>
                  <a:srgbClr val="0F172A"/>
                </a:solidFill>
                <a:latin typeface="Consolas"/>
                <a:ea typeface="Consolas"/>
                <a:cs typeface="Consolas"/>
              </a:defRPr>
            </a:lvl1pPr>
            <a:lvl2pPr>
              <a:defRPr sz="2025" b="0">
                <a:solidFill>
                  <a:srgbClr val="0F172A"/>
                </a:solidFill>
                <a:latin typeface="Consolas"/>
                <a:ea typeface="Consolas"/>
                <a:cs typeface="Consolas"/>
              </a:defRPr>
            </a:lvl2pPr>
            <a:lvl3pPr>
              <a:defRPr sz="2025" b="0">
                <a:solidFill>
                  <a:srgbClr val="0F172A"/>
                </a:solidFill>
                <a:latin typeface="Consolas"/>
                <a:ea typeface="Consolas"/>
                <a:cs typeface="Consolas"/>
              </a:defRPr>
            </a:lvl3pPr>
            <a:lvl4pPr>
              <a:defRPr sz="2025" b="0">
                <a:solidFill>
                  <a:srgbClr val="0F172A"/>
                </a:solidFill>
                <a:latin typeface="Consolas"/>
                <a:ea typeface="Consolas"/>
                <a:cs typeface="Consolas"/>
              </a:defRPr>
            </a:lvl4pPr>
            <a:lvl5pPr>
              <a:defRPr sz="2025" b="0">
                <a:solidFill>
                  <a:srgbClr val="0F172A"/>
                </a:solidFill>
                <a:latin typeface="Consolas"/>
                <a:ea typeface="Consolas"/>
                <a:cs typeface="Consolas"/>
              </a:defRPr>
            </a:lvl5pPr>
            <a:lvl6pPr>
              <a:defRPr sz="2025" b="0">
                <a:solidFill>
                  <a:srgbClr val="0F172A"/>
                </a:solidFill>
                <a:latin typeface="Consolas"/>
                <a:ea typeface="Consolas"/>
                <a:cs typeface="Consolas"/>
              </a:defRPr>
            </a:lvl6pPr>
            <a:lvl7pPr>
              <a:defRPr sz="2025" b="0">
                <a:solidFill>
                  <a:srgbClr val="0F172A"/>
                </a:solidFill>
                <a:latin typeface="Consolas"/>
                <a:ea typeface="Consolas"/>
                <a:cs typeface="Consolas"/>
              </a:defRPr>
            </a:lvl7pPr>
            <a:lvl8pPr>
              <a:defRPr sz="2025" b="0">
                <a:solidFill>
                  <a:srgbClr val="0F172A"/>
                </a:solidFill>
                <a:latin typeface="Consolas"/>
                <a:ea typeface="Consolas"/>
                <a:cs typeface="Consolas"/>
              </a:defRPr>
            </a:lvl8pPr>
            <a:lvl9pPr>
              <a:defRPr sz="2025" b="0">
                <a:solidFill>
                  <a:srgbClr val="0F172A"/>
                </a:solidFill>
                <a:latin typeface="Consolas"/>
                <a:ea typeface="Consolas"/>
                <a:cs typeface="Consolas"/>
              </a:defRPr>
            </a:lvl9pPr>
          </a:lstStyle>
          <a:p xmlns:a="http://schemas.openxmlformats.org/drawingml/2006/main">
            <a:pPr>
              <a:defRPr sz="2025" b="0">
                <a:solidFill>
                  <a:srgbClr val="0F172A"/>
                </a:solidFill>
                <a:latin typeface="Consolas"/>
                <a:ea typeface="Consolas"/>
                <a:cs typeface="Consolas"/>
              </a:defRPr>
            </a:pPr>
            <a:r>
              <a:rPr sz="2025" b="0">
                <a:solidFill>
                  <a:srgbClr val="0F172A"/>
                </a:solidFill>
                <a:latin typeface="Consolas"/>
                <a:ea typeface="Consolas"/>
                <a:cs typeface="Consolas"/>
              </a:rPr>
              <a:t>p = 0.40</a:t>
            </a:r>
          </a:p>
        </p:txBody>
      </p:sp>
      <p:sp>
        <p:nvSpPr>
          <p:cNvPr id="17" name="">
            <a:extLst xmlns:a="http://schemas.openxmlformats.org/drawingml/2006/main">
              <a:ext uri="{FF2B5EF4-FFF2-40B4-BE49-F238E27FC236}">
                <a16:creationId xmlns:a16="http://schemas.microsoft.com/office/drawing/2014/main" id="{108E2DC4-7393-4570-BA3E-204F124937FD}"/>
              </a:ext>
            </a:extLst>
          </p:cNvPr>
          <p:cNvSpPr>
            <a:spLocks xmlns:a="http://schemas.openxmlformats.org/drawingml/2006/main" noGrp="1"/>
          </p:cNvSpPr>
          <p:nvPr/>
        </p:nvSpPr>
        <p:spPr>
          <a:xfrm xmlns:a="http://schemas.openxmlformats.org/drawingml/2006/main">
            <a:off x="8096250" y="2619375"/>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F172A"/>
                </a:solidFill>
                <a:latin typeface="Consolas"/>
                <a:ea typeface="Consolas"/>
                <a:cs typeface="Consolas"/>
              </a:defRPr>
            </a:defPPr>
            <a:lvl1pPr>
              <a:defRPr sz="1725" b="0">
                <a:solidFill>
                  <a:srgbClr val="0F172A"/>
                </a:solidFill>
                <a:latin typeface="Consolas"/>
                <a:ea typeface="Consolas"/>
                <a:cs typeface="Consolas"/>
              </a:defRPr>
            </a:lvl1pPr>
            <a:lvl2pPr>
              <a:defRPr sz="1725" b="0">
                <a:solidFill>
                  <a:srgbClr val="0F172A"/>
                </a:solidFill>
                <a:latin typeface="Consolas"/>
                <a:ea typeface="Consolas"/>
                <a:cs typeface="Consolas"/>
              </a:defRPr>
            </a:lvl2pPr>
            <a:lvl3pPr>
              <a:defRPr sz="1725" b="0">
                <a:solidFill>
                  <a:srgbClr val="0F172A"/>
                </a:solidFill>
                <a:latin typeface="Consolas"/>
                <a:ea typeface="Consolas"/>
                <a:cs typeface="Consolas"/>
              </a:defRPr>
            </a:lvl3pPr>
            <a:lvl4pPr>
              <a:defRPr sz="1725" b="0">
                <a:solidFill>
                  <a:srgbClr val="0F172A"/>
                </a:solidFill>
                <a:latin typeface="Consolas"/>
                <a:ea typeface="Consolas"/>
                <a:cs typeface="Consolas"/>
              </a:defRPr>
            </a:lvl4pPr>
            <a:lvl5pPr>
              <a:defRPr sz="1725" b="0">
                <a:solidFill>
                  <a:srgbClr val="0F172A"/>
                </a:solidFill>
                <a:latin typeface="Consolas"/>
                <a:ea typeface="Consolas"/>
                <a:cs typeface="Consolas"/>
              </a:defRPr>
            </a:lvl5pPr>
            <a:lvl6pPr>
              <a:defRPr sz="1725" b="0">
                <a:solidFill>
                  <a:srgbClr val="0F172A"/>
                </a:solidFill>
                <a:latin typeface="Consolas"/>
                <a:ea typeface="Consolas"/>
                <a:cs typeface="Consolas"/>
              </a:defRPr>
            </a:lvl6pPr>
            <a:lvl7pPr>
              <a:defRPr sz="1725" b="0">
                <a:solidFill>
                  <a:srgbClr val="0F172A"/>
                </a:solidFill>
                <a:latin typeface="Consolas"/>
                <a:ea typeface="Consolas"/>
                <a:cs typeface="Consolas"/>
              </a:defRPr>
            </a:lvl7pPr>
            <a:lvl8pPr>
              <a:defRPr sz="1725" b="0">
                <a:solidFill>
                  <a:srgbClr val="0F172A"/>
                </a:solidFill>
                <a:latin typeface="Consolas"/>
                <a:ea typeface="Consolas"/>
                <a:cs typeface="Consolas"/>
              </a:defRPr>
            </a:lvl8pPr>
            <a:lvl9pPr>
              <a:defRPr sz="1725" b="0">
                <a:solidFill>
                  <a:srgbClr val="0F172A"/>
                </a:solidFill>
                <a:latin typeface="Consolas"/>
                <a:ea typeface="Consolas"/>
                <a:cs typeface="Consolas"/>
              </a:defRPr>
            </a:lvl9pPr>
          </a:lstStyle>
          <a:p xmlns:a="http://schemas.openxmlformats.org/drawingml/2006/main">
            <a:pPr>
              <a:defRPr sz="1725" b="0">
                <a:solidFill>
                  <a:srgbClr val="0F172A"/>
                </a:solidFill>
                <a:latin typeface="Consolas"/>
                <a:ea typeface="Consolas"/>
                <a:cs typeface="Consolas"/>
              </a:defRPr>
            </a:pPr>
            <a:r>
              <a:rPr sz="1725" b="0">
                <a:solidFill>
                  <a:srgbClr val="0F172A"/>
                </a:solidFill>
                <a:latin typeface="Consolas"/>
                <a:ea typeface="Consolas"/>
                <a:cs typeface="Consolas"/>
              </a:rPr>
              <a:t>σ uniform in [0.01, 0.08]</a:t>
            </a:r>
          </a:p>
        </p:txBody>
      </p:sp>
      <p:sp>
        <p:nvSpPr>
          <p:cNvPr id="18" name="">
            <a:extLst xmlns:a="http://schemas.openxmlformats.org/drawingml/2006/main">
              <a:ext uri="{FF2B5EF4-FFF2-40B4-BE49-F238E27FC236}">
                <a16:creationId xmlns:a16="http://schemas.microsoft.com/office/drawing/2014/main" id="{BD799442-5265-4320-9E89-DEBF5CAC51C3}"/>
              </a:ext>
            </a:extLst>
          </p:cNvPr>
          <p:cNvSpPr>
            <a:spLocks xmlns:a="http://schemas.openxmlformats.org/drawingml/2006/main" noGrp="1"/>
          </p:cNvSpPr>
          <p:nvPr/>
        </p:nvSpPr>
        <p:spPr>
          <a:xfrm xmlns:a="http://schemas.openxmlformats.org/drawingml/2006/main">
            <a:off x="1047750" y="3714750"/>
            <a:ext cx="4953000" cy="1571625"/>
          </a:xfrm>
          <a:prstGeom xmlns:a="http://schemas.openxmlformats.org/drawingml/2006/main" prst="roundRect">
            <a:avLst>
              <a:gd name="adj" fmla="val 3636"/>
            </a:avLst>
          </a:prstGeom>
          <a:solidFill xmlns:a="http://schemas.openxmlformats.org/drawingml/2006/main">
            <a:srgbClr val="F8FAFC"/>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FDE3A581-E596-4776-989E-613BAADE53FA}"/>
              </a:ext>
            </a:extLst>
          </p:cNvPr>
          <p:cNvSpPr>
            <a:spLocks xmlns:a="http://schemas.openxmlformats.org/drawingml/2006/main" noGrp="1"/>
          </p:cNvSpPr>
          <p:nvPr/>
        </p:nvSpPr>
        <p:spPr>
          <a:xfrm xmlns:a="http://schemas.openxmlformats.org/drawingml/2006/main">
            <a:off x="1276350" y="388620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0284C7"/>
                </a:solidFill>
                <a:latin typeface="Manrope"/>
                <a:ea typeface="Manrope"/>
                <a:cs typeface="Manrope"/>
              </a:defRPr>
            </a:defPPr>
            <a:lvl1pPr>
              <a:defRPr sz="2100" b="1">
                <a:solidFill>
                  <a:srgbClr val="0284C7"/>
                </a:solidFill>
                <a:latin typeface="Manrope"/>
                <a:ea typeface="Manrope"/>
                <a:cs typeface="Manrope"/>
              </a:defRPr>
            </a:lvl1pPr>
            <a:lvl2pPr>
              <a:defRPr sz="2100" b="1">
                <a:solidFill>
                  <a:srgbClr val="0284C7"/>
                </a:solidFill>
                <a:latin typeface="Manrope"/>
                <a:ea typeface="Manrope"/>
                <a:cs typeface="Manrope"/>
              </a:defRPr>
            </a:lvl2pPr>
            <a:lvl3pPr>
              <a:defRPr sz="2100" b="1">
                <a:solidFill>
                  <a:srgbClr val="0284C7"/>
                </a:solidFill>
                <a:latin typeface="Manrope"/>
                <a:ea typeface="Manrope"/>
                <a:cs typeface="Manrope"/>
              </a:defRPr>
            </a:lvl3pPr>
            <a:lvl4pPr>
              <a:defRPr sz="2100" b="1">
                <a:solidFill>
                  <a:srgbClr val="0284C7"/>
                </a:solidFill>
                <a:latin typeface="Manrope"/>
                <a:ea typeface="Manrope"/>
                <a:cs typeface="Manrope"/>
              </a:defRPr>
            </a:lvl4pPr>
            <a:lvl5pPr>
              <a:defRPr sz="2100" b="1">
                <a:solidFill>
                  <a:srgbClr val="0284C7"/>
                </a:solidFill>
                <a:latin typeface="Manrope"/>
                <a:ea typeface="Manrope"/>
                <a:cs typeface="Manrope"/>
              </a:defRPr>
            </a:lvl5pPr>
            <a:lvl6pPr>
              <a:defRPr sz="2100" b="1">
                <a:solidFill>
                  <a:srgbClr val="0284C7"/>
                </a:solidFill>
                <a:latin typeface="Manrope"/>
                <a:ea typeface="Manrope"/>
                <a:cs typeface="Manrope"/>
              </a:defRPr>
            </a:lvl6pPr>
            <a:lvl7pPr>
              <a:defRPr sz="2100" b="1">
                <a:solidFill>
                  <a:srgbClr val="0284C7"/>
                </a:solidFill>
                <a:latin typeface="Manrope"/>
                <a:ea typeface="Manrope"/>
                <a:cs typeface="Manrope"/>
              </a:defRPr>
            </a:lvl7pPr>
            <a:lvl8pPr>
              <a:defRPr sz="2100" b="1">
                <a:solidFill>
                  <a:srgbClr val="0284C7"/>
                </a:solidFill>
                <a:latin typeface="Manrope"/>
                <a:ea typeface="Manrope"/>
                <a:cs typeface="Manrope"/>
              </a:defRPr>
            </a:lvl8pPr>
            <a:lvl9pPr>
              <a:defRPr sz="2100" b="1">
                <a:solidFill>
                  <a:srgbClr val="0284C7"/>
                </a:solidFill>
                <a:latin typeface="Manrope"/>
                <a:ea typeface="Manrope"/>
                <a:cs typeface="Manrope"/>
              </a:defRPr>
            </a:lvl9pPr>
          </a:lstStyle>
          <a:p xmlns:a="http://schemas.openxmlformats.org/drawingml/2006/main">
            <a:pPr>
              <a:defRPr sz="2100" b="1">
                <a:solidFill>
                  <a:srgbClr val="0284C7"/>
                </a:solidFill>
                <a:latin typeface="Manrope"/>
                <a:ea typeface="Manrope"/>
                <a:cs typeface="Manrope"/>
              </a:defRPr>
            </a:pPr>
            <a:r>
              <a:rPr sz="2100" b="1">
                <a:solidFill>
                  <a:srgbClr val="0284C7"/>
                </a:solidFill>
                <a:latin typeface="Manrope"/>
                <a:ea typeface="Manrope"/>
                <a:cs typeface="Manrope"/>
              </a:rPr>
              <a:t>Circular time shift</a:t>
            </a:r>
          </a:p>
        </p:txBody>
      </p:sp>
      <p:sp>
        <p:nvSpPr>
          <p:cNvPr id="20" name="">
            <a:extLst xmlns:a="http://schemas.openxmlformats.org/drawingml/2006/main">
              <a:ext uri="{FF2B5EF4-FFF2-40B4-BE49-F238E27FC236}">
                <a16:creationId xmlns:a16="http://schemas.microsoft.com/office/drawing/2014/main" id="{57C80ED0-3C63-43C5-85B2-D0E631E3A96D}"/>
              </a:ext>
            </a:extLst>
          </p:cNvPr>
          <p:cNvSpPr>
            <a:spLocks xmlns:a="http://schemas.openxmlformats.org/drawingml/2006/main" noGrp="1"/>
          </p:cNvSpPr>
          <p:nvPr/>
        </p:nvSpPr>
        <p:spPr>
          <a:xfrm xmlns:a="http://schemas.openxmlformats.org/drawingml/2006/main">
            <a:off x="1276350" y="4343400"/>
            <a:ext cx="1476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0F172A"/>
                </a:solidFill>
                <a:latin typeface="Consolas"/>
                <a:ea typeface="Consolas"/>
                <a:cs typeface="Consolas"/>
              </a:defRPr>
            </a:defPPr>
            <a:lvl1pPr>
              <a:defRPr sz="2025" b="0">
                <a:solidFill>
                  <a:srgbClr val="0F172A"/>
                </a:solidFill>
                <a:latin typeface="Consolas"/>
                <a:ea typeface="Consolas"/>
                <a:cs typeface="Consolas"/>
              </a:defRPr>
            </a:lvl1pPr>
            <a:lvl2pPr>
              <a:defRPr sz="2025" b="0">
                <a:solidFill>
                  <a:srgbClr val="0F172A"/>
                </a:solidFill>
                <a:latin typeface="Consolas"/>
                <a:ea typeface="Consolas"/>
                <a:cs typeface="Consolas"/>
              </a:defRPr>
            </a:lvl2pPr>
            <a:lvl3pPr>
              <a:defRPr sz="2025" b="0">
                <a:solidFill>
                  <a:srgbClr val="0F172A"/>
                </a:solidFill>
                <a:latin typeface="Consolas"/>
                <a:ea typeface="Consolas"/>
                <a:cs typeface="Consolas"/>
              </a:defRPr>
            </a:lvl3pPr>
            <a:lvl4pPr>
              <a:defRPr sz="2025" b="0">
                <a:solidFill>
                  <a:srgbClr val="0F172A"/>
                </a:solidFill>
                <a:latin typeface="Consolas"/>
                <a:ea typeface="Consolas"/>
                <a:cs typeface="Consolas"/>
              </a:defRPr>
            </a:lvl4pPr>
            <a:lvl5pPr>
              <a:defRPr sz="2025" b="0">
                <a:solidFill>
                  <a:srgbClr val="0F172A"/>
                </a:solidFill>
                <a:latin typeface="Consolas"/>
                <a:ea typeface="Consolas"/>
                <a:cs typeface="Consolas"/>
              </a:defRPr>
            </a:lvl5pPr>
            <a:lvl6pPr>
              <a:defRPr sz="2025" b="0">
                <a:solidFill>
                  <a:srgbClr val="0F172A"/>
                </a:solidFill>
                <a:latin typeface="Consolas"/>
                <a:ea typeface="Consolas"/>
                <a:cs typeface="Consolas"/>
              </a:defRPr>
            </a:lvl6pPr>
            <a:lvl7pPr>
              <a:defRPr sz="2025" b="0">
                <a:solidFill>
                  <a:srgbClr val="0F172A"/>
                </a:solidFill>
                <a:latin typeface="Consolas"/>
                <a:ea typeface="Consolas"/>
                <a:cs typeface="Consolas"/>
              </a:defRPr>
            </a:lvl7pPr>
            <a:lvl8pPr>
              <a:defRPr sz="2025" b="0">
                <a:solidFill>
                  <a:srgbClr val="0F172A"/>
                </a:solidFill>
                <a:latin typeface="Consolas"/>
                <a:ea typeface="Consolas"/>
                <a:cs typeface="Consolas"/>
              </a:defRPr>
            </a:lvl8pPr>
            <a:lvl9pPr>
              <a:defRPr sz="2025" b="0">
                <a:solidFill>
                  <a:srgbClr val="0F172A"/>
                </a:solidFill>
                <a:latin typeface="Consolas"/>
                <a:ea typeface="Consolas"/>
                <a:cs typeface="Consolas"/>
              </a:defRPr>
            </a:lvl9pPr>
          </a:lstStyle>
          <a:p xmlns:a="http://schemas.openxmlformats.org/drawingml/2006/main">
            <a:pPr>
              <a:defRPr sz="2025" b="0">
                <a:solidFill>
                  <a:srgbClr val="0F172A"/>
                </a:solidFill>
                <a:latin typeface="Consolas"/>
                <a:ea typeface="Consolas"/>
                <a:cs typeface="Consolas"/>
              </a:defRPr>
            </a:pPr>
            <a:r>
              <a:rPr sz="2025" b="0">
                <a:solidFill>
                  <a:srgbClr val="0F172A"/>
                </a:solidFill>
                <a:latin typeface="Consolas"/>
                <a:ea typeface="Consolas"/>
                <a:cs typeface="Consolas"/>
              </a:rPr>
              <a:t>p = 0.40</a:t>
            </a:r>
          </a:p>
        </p:txBody>
      </p:sp>
      <p:sp>
        <p:nvSpPr>
          <p:cNvPr id="21" name="">
            <a:extLst xmlns:a="http://schemas.openxmlformats.org/drawingml/2006/main">
              <a:ext uri="{FF2B5EF4-FFF2-40B4-BE49-F238E27FC236}">
                <a16:creationId xmlns:a16="http://schemas.microsoft.com/office/drawing/2014/main" id="{623BA12B-1BE5-4E02-8A61-937A3BEF4EDF}"/>
              </a:ext>
            </a:extLst>
          </p:cNvPr>
          <p:cNvSpPr>
            <a:spLocks xmlns:a="http://schemas.openxmlformats.org/drawingml/2006/main" noGrp="1"/>
          </p:cNvSpPr>
          <p:nvPr/>
        </p:nvSpPr>
        <p:spPr>
          <a:xfrm xmlns:a="http://schemas.openxmlformats.org/drawingml/2006/main">
            <a:off x="2857500" y="4381500"/>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F172A"/>
                </a:solidFill>
                <a:latin typeface="Consolas"/>
                <a:ea typeface="Consolas"/>
                <a:cs typeface="Consolas"/>
              </a:defRPr>
            </a:defPPr>
            <a:lvl1pPr>
              <a:defRPr sz="1725" b="0">
                <a:solidFill>
                  <a:srgbClr val="0F172A"/>
                </a:solidFill>
                <a:latin typeface="Consolas"/>
                <a:ea typeface="Consolas"/>
                <a:cs typeface="Consolas"/>
              </a:defRPr>
            </a:lvl1pPr>
            <a:lvl2pPr>
              <a:defRPr sz="1725" b="0">
                <a:solidFill>
                  <a:srgbClr val="0F172A"/>
                </a:solidFill>
                <a:latin typeface="Consolas"/>
                <a:ea typeface="Consolas"/>
                <a:cs typeface="Consolas"/>
              </a:defRPr>
            </a:lvl2pPr>
            <a:lvl3pPr>
              <a:defRPr sz="1725" b="0">
                <a:solidFill>
                  <a:srgbClr val="0F172A"/>
                </a:solidFill>
                <a:latin typeface="Consolas"/>
                <a:ea typeface="Consolas"/>
                <a:cs typeface="Consolas"/>
              </a:defRPr>
            </a:lvl3pPr>
            <a:lvl4pPr>
              <a:defRPr sz="1725" b="0">
                <a:solidFill>
                  <a:srgbClr val="0F172A"/>
                </a:solidFill>
                <a:latin typeface="Consolas"/>
                <a:ea typeface="Consolas"/>
                <a:cs typeface="Consolas"/>
              </a:defRPr>
            </a:lvl4pPr>
            <a:lvl5pPr>
              <a:defRPr sz="1725" b="0">
                <a:solidFill>
                  <a:srgbClr val="0F172A"/>
                </a:solidFill>
                <a:latin typeface="Consolas"/>
                <a:ea typeface="Consolas"/>
                <a:cs typeface="Consolas"/>
              </a:defRPr>
            </a:lvl5pPr>
            <a:lvl6pPr>
              <a:defRPr sz="1725" b="0">
                <a:solidFill>
                  <a:srgbClr val="0F172A"/>
                </a:solidFill>
                <a:latin typeface="Consolas"/>
                <a:ea typeface="Consolas"/>
                <a:cs typeface="Consolas"/>
              </a:defRPr>
            </a:lvl6pPr>
            <a:lvl7pPr>
              <a:defRPr sz="1725" b="0">
                <a:solidFill>
                  <a:srgbClr val="0F172A"/>
                </a:solidFill>
                <a:latin typeface="Consolas"/>
                <a:ea typeface="Consolas"/>
                <a:cs typeface="Consolas"/>
              </a:defRPr>
            </a:lvl7pPr>
            <a:lvl8pPr>
              <a:defRPr sz="1725" b="0">
                <a:solidFill>
                  <a:srgbClr val="0F172A"/>
                </a:solidFill>
                <a:latin typeface="Consolas"/>
                <a:ea typeface="Consolas"/>
                <a:cs typeface="Consolas"/>
              </a:defRPr>
            </a:lvl8pPr>
            <a:lvl9pPr>
              <a:defRPr sz="1725" b="0">
                <a:solidFill>
                  <a:srgbClr val="0F172A"/>
                </a:solidFill>
                <a:latin typeface="Consolas"/>
                <a:ea typeface="Consolas"/>
                <a:cs typeface="Consolas"/>
              </a:defRPr>
            </a:lvl9pPr>
          </a:lstStyle>
          <a:p xmlns:a="http://schemas.openxmlformats.org/drawingml/2006/main">
            <a:pPr>
              <a:defRPr sz="1725" b="0">
                <a:solidFill>
                  <a:srgbClr val="0F172A"/>
                </a:solidFill>
                <a:latin typeface="Consolas"/>
                <a:ea typeface="Consolas"/>
                <a:cs typeface="Consolas"/>
              </a:defRPr>
            </a:pPr>
            <a:r>
              <a:rPr sz="1725" b="0">
                <a:solidFill>
                  <a:srgbClr val="0F172A"/>
                </a:solidFill>
                <a:latin typeface="Consolas"/>
                <a:ea typeface="Consolas"/>
                <a:cs typeface="Consolas"/>
              </a:rPr>
              <a:t>k integer in [−8, +8]</a:t>
            </a:r>
          </a:p>
        </p:txBody>
      </p:sp>
      <p:sp>
        <p:nvSpPr>
          <p:cNvPr id="22" name="">
            <a:extLst xmlns:a="http://schemas.openxmlformats.org/drawingml/2006/main">
              <a:ext uri="{FF2B5EF4-FFF2-40B4-BE49-F238E27FC236}">
                <a16:creationId xmlns:a16="http://schemas.microsoft.com/office/drawing/2014/main" id="{F63DEB90-C764-498C-B2D8-8843ECF7D3BE}"/>
              </a:ext>
            </a:extLst>
          </p:cNvPr>
          <p:cNvSpPr>
            <a:spLocks xmlns:a="http://schemas.openxmlformats.org/drawingml/2006/main" noGrp="1"/>
          </p:cNvSpPr>
          <p:nvPr/>
        </p:nvSpPr>
        <p:spPr>
          <a:xfrm xmlns:a="http://schemas.openxmlformats.org/drawingml/2006/main">
            <a:off x="6286500" y="3714750"/>
            <a:ext cx="4953000" cy="1571625"/>
          </a:xfrm>
          <a:prstGeom xmlns:a="http://schemas.openxmlformats.org/drawingml/2006/main" prst="roundRect">
            <a:avLst>
              <a:gd name="adj" fmla="val 3636"/>
            </a:avLst>
          </a:prstGeom>
          <a:solidFill xmlns:a="http://schemas.openxmlformats.org/drawingml/2006/main">
            <a:srgbClr val="F8FAFC"/>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528FE3D6-49E5-460F-A70F-0BC92F4A7876}"/>
              </a:ext>
            </a:extLst>
          </p:cNvPr>
          <p:cNvSpPr>
            <a:spLocks xmlns:a="http://schemas.openxmlformats.org/drawingml/2006/main" noGrp="1"/>
          </p:cNvSpPr>
          <p:nvPr/>
        </p:nvSpPr>
        <p:spPr>
          <a:xfrm xmlns:a="http://schemas.openxmlformats.org/drawingml/2006/main">
            <a:off x="6515100" y="388620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0284C7"/>
                </a:solidFill>
                <a:latin typeface="Manrope"/>
                <a:ea typeface="Manrope"/>
                <a:cs typeface="Manrope"/>
              </a:defRPr>
            </a:defPPr>
            <a:lvl1pPr>
              <a:defRPr sz="2100" b="1">
                <a:solidFill>
                  <a:srgbClr val="0284C7"/>
                </a:solidFill>
                <a:latin typeface="Manrope"/>
                <a:ea typeface="Manrope"/>
                <a:cs typeface="Manrope"/>
              </a:defRPr>
            </a:lvl1pPr>
            <a:lvl2pPr>
              <a:defRPr sz="2100" b="1">
                <a:solidFill>
                  <a:srgbClr val="0284C7"/>
                </a:solidFill>
                <a:latin typeface="Manrope"/>
                <a:ea typeface="Manrope"/>
                <a:cs typeface="Manrope"/>
              </a:defRPr>
            </a:lvl2pPr>
            <a:lvl3pPr>
              <a:defRPr sz="2100" b="1">
                <a:solidFill>
                  <a:srgbClr val="0284C7"/>
                </a:solidFill>
                <a:latin typeface="Manrope"/>
                <a:ea typeface="Manrope"/>
                <a:cs typeface="Manrope"/>
              </a:defRPr>
            </a:lvl3pPr>
            <a:lvl4pPr>
              <a:defRPr sz="2100" b="1">
                <a:solidFill>
                  <a:srgbClr val="0284C7"/>
                </a:solidFill>
                <a:latin typeface="Manrope"/>
                <a:ea typeface="Manrope"/>
                <a:cs typeface="Manrope"/>
              </a:defRPr>
            </a:lvl4pPr>
            <a:lvl5pPr>
              <a:defRPr sz="2100" b="1">
                <a:solidFill>
                  <a:srgbClr val="0284C7"/>
                </a:solidFill>
                <a:latin typeface="Manrope"/>
                <a:ea typeface="Manrope"/>
                <a:cs typeface="Manrope"/>
              </a:defRPr>
            </a:lvl5pPr>
            <a:lvl6pPr>
              <a:defRPr sz="2100" b="1">
                <a:solidFill>
                  <a:srgbClr val="0284C7"/>
                </a:solidFill>
                <a:latin typeface="Manrope"/>
                <a:ea typeface="Manrope"/>
                <a:cs typeface="Manrope"/>
              </a:defRPr>
            </a:lvl6pPr>
            <a:lvl7pPr>
              <a:defRPr sz="2100" b="1">
                <a:solidFill>
                  <a:srgbClr val="0284C7"/>
                </a:solidFill>
                <a:latin typeface="Manrope"/>
                <a:ea typeface="Manrope"/>
                <a:cs typeface="Manrope"/>
              </a:defRPr>
            </a:lvl7pPr>
            <a:lvl8pPr>
              <a:defRPr sz="2100" b="1">
                <a:solidFill>
                  <a:srgbClr val="0284C7"/>
                </a:solidFill>
                <a:latin typeface="Manrope"/>
                <a:ea typeface="Manrope"/>
                <a:cs typeface="Manrope"/>
              </a:defRPr>
            </a:lvl8pPr>
            <a:lvl9pPr>
              <a:defRPr sz="2100" b="1">
                <a:solidFill>
                  <a:srgbClr val="0284C7"/>
                </a:solidFill>
                <a:latin typeface="Manrope"/>
                <a:ea typeface="Manrope"/>
                <a:cs typeface="Manrope"/>
              </a:defRPr>
            </a:lvl9pPr>
          </a:lstStyle>
          <a:p xmlns:a="http://schemas.openxmlformats.org/drawingml/2006/main">
            <a:pPr>
              <a:defRPr sz="2100" b="1">
                <a:solidFill>
                  <a:srgbClr val="0284C7"/>
                </a:solidFill>
                <a:latin typeface="Manrope"/>
                <a:ea typeface="Manrope"/>
                <a:cs typeface="Manrope"/>
              </a:defRPr>
            </a:pPr>
            <a:r>
              <a:rPr sz="2100" b="1">
                <a:solidFill>
                  <a:srgbClr val="0284C7"/>
                </a:solidFill>
                <a:latin typeface="Manrope"/>
                <a:ea typeface="Manrope"/>
                <a:cs typeface="Manrope"/>
              </a:rPr>
              <a:t>Amplitude scaling</a:t>
            </a:r>
          </a:p>
        </p:txBody>
      </p:sp>
      <p:sp>
        <p:nvSpPr>
          <p:cNvPr id="24" name="">
            <a:extLst xmlns:a="http://schemas.openxmlformats.org/drawingml/2006/main">
              <a:ext uri="{FF2B5EF4-FFF2-40B4-BE49-F238E27FC236}">
                <a16:creationId xmlns:a16="http://schemas.microsoft.com/office/drawing/2014/main" id="{86DD9AA7-3D89-4D79-B736-B89C73E51F66}"/>
              </a:ext>
            </a:extLst>
          </p:cNvPr>
          <p:cNvSpPr>
            <a:spLocks xmlns:a="http://schemas.openxmlformats.org/drawingml/2006/main" noGrp="1"/>
          </p:cNvSpPr>
          <p:nvPr/>
        </p:nvSpPr>
        <p:spPr>
          <a:xfrm xmlns:a="http://schemas.openxmlformats.org/drawingml/2006/main">
            <a:off x="6515100" y="4343400"/>
            <a:ext cx="1476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0F172A"/>
                </a:solidFill>
                <a:latin typeface="Consolas"/>
                <a:ea typeface="Consolas"/>
                <a:cs typeface="Consolas"/>
              </a:defRPr>
            </a:defPPr>
            <a:lvl1pPr>
              <a:defRPr sz="2025" b="0">
                <a:solidFill>
                  <a:srgbClr val="0F172A"/>
                </a:solidFill>
                <a:latin typeface="Consolas"/>
                <a:ea typeface="Consolas"/>
                <a:cs typeface="Consolas"/>
              </a:defRPr>
            </a:lvl1pPr>
            <a:lvl2pPr>
              <a:defRPr sz="2025" b="0">
                <a:solidFill>
                  <a:srgbClr val="0F172A"/>
                </a:solidFill>
                <a:latin typeface="Consolas"/>
                <a:ea typeface="Consolas"/>
                <a:cs typeface="Consolas"/>
              </a:defRPr>
            </a:lvl2pPr>
            <a:lvl3pPr>
              <a:defRPr sz="2025" b="0">
                <a:solidFill>
                  <a:srgbClr val="0F172A"/>
                </a:solidFill>
                <a:latin typeface="Consolas"/>
                <a:ea typeface="Consolas"/>
                <a:cs typeface="Consolas"/>
              </a:defRPr>
            </a:lvl3pPr>
            <a:lvl4pPr>
              <a:defRPr sz="2025" b="0">
                <a:solidFill>
                  <a:srgbClr val="0F172A"/>
                </a:solidFill>
                <a:latin typeface="Consolas"/>
                <a:ea typeface="Consolas"/>
                <a:cs typeface="Consolas"/>
              </a:defRPr>
            </a:lvl4pPr>
            <a:lvl5pPr>
              <a:defRPr sz="2025" b="0">
                <a:solidFill>
                  <a:srgbClr val="0F172A"/>
                </a:solidFill>
                <a:latin typeface="Consolas"/>
                <a:ea typeface="Consolas"/>
                <a:cs typeface="Consolas"/>
              </a:defRPr>
            </a:lvl5pPr>
            <a:lvl6pPr>
              <a:defRPr sz="2025" b="0">
                <a:solidFill>
                  <a:srgbClr val="0F172A"/>
                </a:solidFill>
                <a:latin typeface="Consolas"/>
                <a:ea typeface="Consolas"/>
                <a:cs typeface="Consolas"/>
              </a:defRPr>
            </a:lvl6pPr>
            <a:lvl7pPr>
              <a:defRPr sz="2025" b="0">
                <a:solidFill>
                  <a:srgbClr val="0F172A"/>
                </a:solidFill>
                <a:latin typeface="Consolas"/>
                <a:ea typeface="Consolas"/>
                <a:cs typeface="Consolas"/>
              </a:defRPr>
            </a:lvl7pPr>
            <a:lvl8pPr>
              <a:defRPr sz="2025" b="0">
                <a:solidFill>
                  <a:srgbClr val="0F172A"/>
                </a:solidFill>
                <a:latin typeface="Consolas"/>
                <a:ea typeface="Consolas"/>
                <a:cs typeface="Consolas"/>
              </a:defRPr>
            </a:lvl8pPr>
            <a:lvl9pPr>
              <a:defRPr sz="2025" b="0">
                <a:solidFill>
                  <a:srgbClr val="0F172A"/>
                </a:solidFill>
                <a:latin typeface="Consolas"/>
                <a:ea typeface="Consolas"/>
                <a:cs typeface="Consolas"/>
              </a:defRPr>
            </a:lvl9pPr>
          </a:lstStyle>
          <a:p xmlns:a="http://schemas.openxmlformats.org/drawingml/2006/main">
            <a:pPr>
              <a:defRPr sz="2025" b="0">
                <a:solidFill>
                  <a:srgbClr val="0F172A"/>
                </a:solidFill>
                <a:latin typeface="Consolas"/>
                <a:ea typeface="Consolas"/>
                <a:cs typeface="Consolas"/>
              </a:defRPr>
            </a:pPr>
            <a:r>
              <a:rPr sz="2025" b="0">
                <a:solidFill>
                  <a:srgbClr val="0F172A"/>
                </a:solidFill>
                <a:latin typeface="Consolas"/>
                <a:ea typeface="Consolas"/>
                <a:cs typeface="Consolas"/>
              </a:rPr>
              <a:t>p = 0.30</a:t>
            </a:r>
          </a:p>
        </p:txBody>
      </p:sp>
      <p:sp>
        <p:nvSpPr>
          <p:cNvPr id="25" name="">
            <a:extLst xmlns:a="http://schemas.openxmlformats.org/drawingml/2006/main">
              <a:ext uri="{FF2B5EF4-FFF2-40B4-BE49-F238E27FC236}">
                <a16:creationId xmlns:a16="http://schemas.microsoft.com/office/drawing/2014/main" id="{F9023041-A416-422E-9029-7E1B49AD8FFB}"/>
              </a:ext>
            </a:extLst>
          </p:cNvPr>
          <p:cNvSpPr>
            <a:spLocks xmlns:a="http://schemas.openxmlformats.org/drawingml/2006/main" noGrp="1"/>
          </p:cNvSpPr>
          <p:nvPr/>
        </p:nvSpPr>
        <p:spPr>
          <a:xfrm xmlns:a="http://schemas.openxmlformats.org/drawingml/2006/main">
            <a:off x="8096250" y="4381500"/>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F172A"/>
                </a:solidFill>
                <a:latin typeface="Consolas"/>
                <a:ea typeface="Consolas"/>
                <a:cs typeface="Consolas"/>
              </a:defRPr>
            </a:defPPr>
            <a:lvl1pPr>
              <a:defRPr sz="1725" b="0">
                <a:solidFill>
                  <a:srgbClr val="0F172A"/>
                </a:solidFill>
                <a:latin typeface="Consolas"/>
                <a:ea typeface="Consolas"/>
                <a:cs typeface="Consolas"/>
              </a:defRPr>
            </a:lvl1pPr>
            <a:lvl2pPr>
              <a:defRPr sz="1725" b="0">
                <a:solidFill>
                  <a:srgbClr val="0F172A"/>
                </a:solidFill>
                <a:latin typeface="Consolas"/>
                <a:ea typeface="Consolas"/>
                <a:cs typeface="Consolas"/>
              </a:defRPr>
            </a:lvl2pPr>
            <a:lvl3pPr>
              <a:defRPr sz="1725" b="0">
                <a:solidFill>
                  <a:srgbClr val="0F172A"/>
                </a:solidFill>
                <a:latin typeface="Consolas"/>
                <a:ea typeface="Consolas"/>
                <a:cs typeface="Consolas"/>
              </a:defRPr>
            </a:lvl3pPr>
            <a:lvl4pPr>
              <a:defRPr sz="1725" b="0">
                <a:solidFill>
                  <a:srgbClr val="0F172A"/>
                </a:solidFill>
                <a:latin typeface="Consolas"/>
                <a:ea typeface="Consolas"/>
                <a:cs typeface="Consolas"/>
              </a:defRPr>
            </a:lvl4pPr>
            <a:lvl5pPr>
              <a:defRPr sz="1725" b="0">
                <a:solidFill>
                  <a:srgbClr val="0F172A"/>
                </a:solidFill>
                <a:latin typeface="Consolas"/>
                <a:ea typeface="Consolas"/>
                <a:cs typeface="Consolas"/>
              </a:defRPr>
            </a:lvl5pPr>
            <a:lvl6pPr>
              <a:defRPr sz="1725" b="0">
                <a:solidFill>
                  <a:srgbClr val="0F172A"/>
                </a:solidFill>
                <a:latin typeface="Consolas"/>
                <a:ea typeface="Consolas"/>
                <a:cs typeface="Consolas"/>
              </a:defRPr>
            </a:lvl6pPr>
            <a:lvl7pPr>
              <a:defRPr sz="1725" b="0">
                <a:solidFill>
                  <a:srgbClr val="0F172A"/>
                </a:solidFill>
                <a:latin typeface="Consolas"/>
                <a:ea typeface="Consolas"/>
                <a:cs typeface="Consolas"/>
              </a:defRPr>
            </a:lvl7pPr>
            <a:lvl8pPr>
              <a:defRPr sz="1725" b="0">
                <a:solidFill>
                  <a:srgbClr val="0F172A"/>
                </a:solidFill>
                <a:latin typeface="Consolas"/>
                <a:ea typeface="Consolas"/>
                <a:cs typeface="Consolas"/>
              </a:defRPr>
            </a:lvl8pPr>
            <a:lvl9pPr>
              <a:defRPr sz="1725" b="0">
                <a:solidFill>
                  <a:srgbClr val="0F172A"/>
                </a:solidFill>
                <a:latin typeface="Consolas"/>
                <a:ea typeface="Consolas"/>
                <a:cs typeface="Consolas"/>
              </a:defRPr>
            </a:lvl9pPr>
          </a:lstStyle>
          <a:p xmlns:a="http://schemas.openxmlformats.org/drawingml/2006/main">
            <a:pPr>
              <a:defRPr sz="1725" b="0">
                <a:solidFill>
                  <a:srgbClr val="0F172A"/>
                </a:solidFill>
                <a:latin typeface="Consolas"/>
                <a:ea typeface="Consolas"/>
                <a:cs typeface="Consolas"/>
              </a:defRPr>
            </a:pPr>
            <a:r>
              <a:rPr sz="1725" b="0">
                <a:solidFill>
                  <a:srgbClr val="0F172A"/>
                </a:solidFill>
                <a:latin typeface="Consolas"/>
                <a:ea typeface="Consolas"/>
                <a:cs typeface="Consolas"/>
              </a:rPr>
              <a:t>α uniform in [0.85, 1.15]</a:t>
            </a:r>
          </a:p>
        </p:txBody>
      </p:sp>
      <p:sp>
        <p:nvSpPr>
          <p:cNvPr id="26" name="">
            <a:extLst xmlns:a="http://schemas.openxmlformats.org/drawingml/2006/main">
              <a:ext uri="{FF2B5EF4-FFF2-40B4-BE49-F238E27FC236}">
                <a16:creationId xmlns:a16="http://schemas.microsoft.com/office/drawing/2014/main" id="{DC304F11-9B1E-46AB-A198-EE9AF30791FF}"/>
              </a:ext>
            </a:extLst>
          </p:cNvPr>
          <p:cNvSpPr>
            <a:spLocks xmlns:a="http://schemas.openxmlformats.org/drawingml/2006/main" noGrp="1"/>
          </p:cNvSpPr>
          <p:nvPr/>
        </p:nvSpPr>
        <p:spPr>
          <a:xfrm xmlns:a="http://schemas.openxmlformats.org/drawingml/2006/main">
            <a:off x="1257300" y="5676900"/>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0F172A"/>
                </a:solidFill>
                <a:latin typeface="Inter"/>
                <a:ea typeface="Inter"/>
                <a:cs typeface="Inter"/>
              </a:defRPr>
            </a:defPPr>
            <a:lvl1pPr>
              <a:defRPr sz="1500" b="0">
                <a:solidFill>
                  <a:srgbClr val="0F172A"/>
                </a:solidFill>
                <a:latin typeface="Inter"/>
                <a:ea typeface="Inter"/>
                <a:cs typeface="Inter"/>
              </a:defRPr>
            </a:lvl1pPr>
            <a:lvl2pPr>
              <a:defRPr sz="1500" b="0">
                <a:solidFill>
                  <a:srgbClr val="0F172A"/>
                </a:solidFill>
                <a:latin typeface="Inter"/>
                <a:ea typeface="Inter"/>
                <a:cs typeface="Inter"/>
              </a:defRPr>
            </a:lvl2pPr>
            <a:lvl3pPr>
              <a:defRPr sz="1500" b="0">
                <a:solidFill>
                  <a:srgbClr val="0F172A"/>
                </a:solidFill>
                <a:latin typeface="Inter"/>
                <a:ea typeface="Inter"/>
                <a:cs typeface="Inter"/>
              </a:defRPr>
            </a:lvl3pPr>
            <a:lvl4pPr>
              <a:defRPr sz="1500" b="0">
                <a:solidFill>
                  <a:srgbClr val="0F172A"/>
                </a:solidFill>
                <a:latin typeface="Inter"/>
                <a:ea typeface="Inter"/>
                <a:cs typeface="Inter"/>
              </a:defRPr>
            </a:lvl4pPr>
            <a:lvl5pPr>
              <a:defRPr sz="1500" b="0">
                <a:solidFill>
                  <a:srgbClr val="0F172A"/>
                </a:solidFill>
                <a:latin typeface="Inter"/>
                <a:ea typeface="Inter"/>
                <a:cs typeface="Inter"/>
              </a:defRPr>
            </a:lvl5pPr>
            <a:lvl6pPr>
              <a:defRPr sz="1500" b="0">
                <a:solidFill>
                  <a:srgbClr val="0F172A"/>
                </a:solidFill>
                <a:latin typeface="Inter"/>
                <a:ea typeface="Inter"/>
                <a:cs typeface="Inter"/>
              </a:defRPr>
            </a:lvl6pPr>
            <a:lvl7pPr>
              <a:defRPr sz="1500" b="0">
                <a:solidFill>
                  <a:srgbClr val="0F172A"/>
                </a:solidFill>
                <a:latin typeface="Inter"/>
                <a:ea typeface="Inter"/>
                <a:cs typeface="Inter"/>
              </a:defRPr>
            </a:lvl7pPr>
            <a:lvl8pPr>
              <a:defRPr sz="1500" b="0">
                <a:solidFill>
                  <a:srgbClr val="0F172A"/>
                </a:solidFill>
                <a:latin typeface="Inter"/>
                <a:ea typeface="Inter"/>
                <a:cs typeface="Inter"/>
              </a:defRPr>
            </a:lvl8pPr>
            <a:lvl9pPr>
              <a:defRPr sz="1500" b="0">
                <a:solidFill>
                  <a:srgbClr val="0F172A"/>
                </a:solidFill>
                <a:latin typeface="Inter"/>
                <a:ea typeface="Inter"/>
                <a:cs typeface="Inter"/>
              </a:defRPr>
            </a:lvl9pPr>
          </a:lstStyle>
          <a:p xmlns:a="http://schemas.openxmlformats.org/drawingml/2006/main">
            <a:pPr>
              <a:defRPr sz="1500" b="0">
                <a:solidFill>
                  <a:srgbClr val="0F172A"/>
                </a:solidFill>
                <a:latin typeface="Inter"/>
                <a:ea typeface="Inter"/>
                <a:cs typeface="Inter"/>
              </a:defRPr>
            </a:pPr>
            <a:r>
              <a:rPr sz="1500" b="0">
                <a:solidFill>
                  <a:srgbClr val="0F172A"/>
                </a:solidFill>
                <a:latin typeface="Inter"/>
                <a:ea typeface="Inter"/>
                <a:cs typeface="Inter"/>
              </a:rPr>
              <a:t>Sequential transforms on each training sample. Validation and evaluation use no augmentation.</a:t>
            </a:r>
          </a:p>
        </p:txBody>
      </p:sp>
    </p:spTree>
    <p:extLst>
      <p:ext uri="{BB962C8B-B14F-4D97-AF65-F5344CB8AC3E}">
        <p14:creationId xmlns:p14="http://schemas.microsoft.com/office/powerpoint/2010/main" val="181125817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ounded Rectangle 1">
            <a:extLst xmlns:a="http://schemas.openxmlformats.org/drawingml/2006/main">
              <a:ext uri="{FF2B5EF4-FFF2-40B4-BE49-F238E27FC236}">
                <a16:creationId xmlns:a16="http://schemas.microsoft.com/office/drawing/2014/main" id="{339E5DDF-017B-4F01-A09B-A2DD780BAAB3}"/>
              </a:ext>
            </a:extLst>
          </p:cNvPr>
          <p:cNvSpPr>
            <a:spLocks xmlns:a="http://schemas.openxmlformats.org/drawingml/2006/main" noGrp="1"/>
          </p:cNvSpPr>
          <p:nvPr/>
        </p:nvSpPr>
        <p:spPr>
          <a:xfrm xmlns:a="http://schemas.openxmlformats.org/drawingml/2006/main">
            <a:off x="731520" y="384048"/>
            <a:ext cx="137160" cy="4434840"/>
          </a:xfrm>
          <a:prstGeom xmlns:a="http://schemas.openxmlformats.org/drawingml/2006/main" prst="roundRect">
            <a:avLst>
              <a:gd name="adj" fmla="val 4000"/>
            </a:avLst>
          </a:prstGeom>
          <a:solidFill xmlns:a="http://schemas.openxmlformats.org/drawingml/2006/main">
            <a:srgbClr val="0284C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ounded Rectangle 2">
            <a:extLst xmlns:a="http://schemas.openxmlformats.org/drawingml/2006/main">
              <a:ext uri="{FF2B5EF4-FFF2-40B4-BE49-F238E27FC236}">
                <a16:creationId xmlns:a16="http://schemas.microsoft.com/office/drawing/2014/main" id="{D873BE51-B6EE-4BC7-9E2E-1A62E67BA39C}"/>
              </a:ext>
            </a:extLst>
          </p:cNvPr>
          <p:cNvSpPr>
            <a:spLocks xmlns:a="http://schemas.openxmlformats.org/drawingml/2006/main" noGrp="1"/>
          </p:cNvSpPr>
          <p:nvPr/>
        </p:nvSpPr>
        <p:spPr>
          <a:xfrm xmlns:a="http://schemas.openxmlformats.org/drawingml/2006/main">
            <a:off x="1005840" y="384048"/>
            <a:ext cx="2500884" cy="329184"/>
          </a:xfrm>
          <a:prstGeom xmlns:a="http://schemas.openxmlformats.org/drawingml/2006/main" prst="roundRect">
            <a:avLst>
              <a:gd name="adj" fmla="val 4000"/>
            </a:avLst>
          </a:prstGeom>
          <a:solidFill xmlns:a="http://schemas.openxmlformats.org/drawingml/2006/main">
            <a:srgbClr val="256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E8B9E652-35FE-4E75-A8D3-A56F7045EA3C}"/>
              </a:ext>
            </a:extLst>
          </p:cNvPr>
          <p:cNvSpPr>
            <a:spLocks xmlns:a="http://schemas.openxmlformats.org/drawingml/2006/main" noGrp="1"/>
          </p:cNvSpPr>
          <p:nvPr/>
        </p:nvSpPr>
        <p:spPr>
          <a:xfrm xmlns:a="http://schemas.openxmlformats.org/drawingml/2006/main">
            <a:off x="1078992" y="402336"/>
            <a:ext cx="2500884" cy="3017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100" b="1">
                <a:solidFill>
                  <a:srgbClr val="FFFFFF"/>
                </a:solidFill>
                <a:latin typeface="Manrope"/>
                <a:ea typeface="Manrope"/>
                <a:cs typeface="Manrope"/>
              </a:rPr>
              <a:t>03 • IMPLEMENTATION</a:t>
            </a:r>
          </a:p>
        </p:txBody>
      </p:sp>
      <p:sp>
        <p:nvSpPr>
          <p:cNvPr id="5" name="TextBox 4">
            <a:extLst xmlns:a="http://schemas.openxmlformats.org/drawingml/2006/main">
              <a:ext uri="{FF2B5EF4-FFF2-40B4-BE49-F238E27FC236}">
                <a16:creationId xmlns:a16="http://schemas.microsoft.com/office/drawing/2014/main" id="{2814B54B-21D0-44AE-8B0D-51A9789C59DB}"/>
              </a:ext>
            </a:extLst>
          </p:cNvPr>
          <p:cNvSpPr>
            <a:spLocks xmlns:a="http://schemas.openxmlformats.org/drawingml/2006/main" noGrp="1"/>
          </p:cNvSpPr>
          <p:nvPr/>
        </p:nvSpPr>
        <p:spPr>
          <a:xfrm xmlns:a="http://schemas.openxmlformats.org/drawingml/2006/main">
            <a:off x="1005840" y="804672"/>
            <a:ext cx="10424160"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3000" b="1">
                <a:solidFill>
                  <a:srgbClr val="0F172A"/>
                </a:solidFill>
                <a:latin typeface="Manrope"/>
                <a:ea typeface="Manrope"/>
                <a:cs typeface="Manrope"/>
              </a:defRPr>
            </a:defPPr>
            <a:lvl1pPr>
              <a:defRPr sz="3000" b="1">
                <a:solidFill>
                  <a:srgbClr val="0F172A"/>
                </a:solidFill>
                <a:latin typeface="Manrope"/>
                <a:ea typeface="Manrope"/>
                <a:cs typeface="Manrope"/>
              </a:defRPr>
            </a:lvl1pPr>
            <a:lvl2pPr>
              <a:defRPr sz="3000" b="1">
                <a:solidFill>
                  <a:srgbClr val="0F172A"/>
                </a:solidFill>
                <a:latin typeface="Manrope"/>
                <a:ea typeface="Manrope"/>
                <a:cs typeface="Manrope"/>
              </a:defRPr>
            </a:lvl2pPr>
            <a:lvl3pPr>
              <a:defRPr sz="3000" b="1">
                <a:solidFill>
                  <a:srgbClr val="0F172A"/>
                </a:solidFill>
                <a:latin typeface="Manrope"/>
                <a:ea typeface="Manrope"/>
                <a:cs typeface="Manrope"/>
              </a:defRPr>
            </a:lvl3pPr>
            <a:lvl4pPr>
              <a:defRPr sz="3000" b="1">
                <a:solidFill>
                  <a:srgbClr val="0F172A"/>
                </a:solidFill>
                <a:latin typeface="Manrope"/>
                <a:ea typeface="Manrope"/>
                <a:cs typeface="Manrope"/>
              </a:defRPr>
            </a:lvl4pPr>
            <a:lvl5pPr>
              <a:defRPr sz="3000" b="1">
                <a:solidFill>
                  <a:srgbClr val="0F172A"/>
                </a:solidFill>
                <a:latin typeface="Manrope"/>
                <a:ea typeface="Manrope"/>
                <a:cs typeface="Manrope"/>
              </a:defRPr>
            </a:lvl5pPr>
            <a:lvl6pPr>
              <a:defRPr sz="3000" b="1">
                <a:solidFill>
                  <a:srgbClr val="0F172A"/>
                </a:solidFill>
                <a:latin typeface="Manrope"/>
                <a:ea typeface="Manrope"/>
                <a:cs typeface="Manrope"/>
              </a:defRPr>
            </a:lvl6pPr>
            <a:lvl7pPr>
              <a:defRPr sz="3000" b="1">
                <a:solidFill>
                  <a:srgbClr val="0F172A"/>
                </a:solidFill>
                <a:latin typeface="Manrope"/>
                <a:ea typeface="Manrope"/>
                <a:cs typeface="Manrope"/>
              </a:defRPr>
            </a:lvl7pPr>
            <a:lvl8pPr>
              <a:defRPr sz="3000" b="1">
                <a:solidFill>
                  <a:srgbClr val="0F172A"/>
                </a:solidFill>
                <a:latin typeface="Manrope"/>
                <a:ea typeface="Manrope"/>
                <a:cs typeface="Manrope"/>
              </a:defRPr>
            </a:lvl8pPr>
            <a:lvl9pPr>
              <a:defRPr sz="3000" b="1">
                <a:solidFill>
                  <a:srgbClr val="0F172A"/>
                </a:solidFill>
                <a:latin typeface="Manrope"/>
                <a:ea typeface="Manrope"/>
                <a:cs typeface="Manrope"/>
              </a:defRPr>
            </a:lvl9pPr>
          </a:lstStyle>
          <a:p xmlns:a="http://schemas.openxmlformats.org/drawingml/2006/main">
            <a:pPr>
              <a:defRPr sz="3000" b="1">
                <a:solidFill>
                  <a:srgbClr val="0F172A"/>
                </a:solidFill>
                <a:latin typeface="Manrope"/>
                <a:ea typeface="Manrope"/>
                <a:cs typeface="Manrope"/>
              </a:defRPr>
            </a:pPr>
            <a:r>
              <a:rPr sz="3000" b="1">
                <a:solidFill>
                  <a:srgbClr val="0F172A"/>
                </a:solidFill>
                <a:latin typeface="Manrope"/>
                <a:ea typeface="Manrope"/>
                <a:cs typeface="Manrope"/>
              </a:rPr>
              <a:t>1D CNN architecture</a:t>
            </a:r>
          </a:p>
        </p:txBody>
      </p:sp>
      <p:sp>
        <p:nvSpPr>
          <p:cNvPr id="6" name="TextBox 5">
            <a:extLst xmlns:a="http://schemas.openxmlformats.org/drawingml/2006/main">
              <a:ext uri="{FF2B5EF4-FFF2-40B4-BE49-F238E27FC236}">
                <a16:creationId xmlns:a16="http://schemas.microsoft.com/office/drawing/2014/main" id="{4FF42375-2703-42EC-A305-51E6CA3DA266}"/>
              </a:ext>
            </a:extLst>
          </p:cNvPr>
          <p:cNvSpPr>
            <a:spLocks xmlns:a="http://schemas.openxmlformats.org/drawingml/2006/main" noGrp="1"/>
          </p:cNvSpPr>
          <p:nvPr/>
        </p:nvSpPr>
        <p:spPr>
          <a:xfrm xmlns:a="http://schemas.openxmlformats.org/drawingml/2006/main">
            <a:off x="1005840" y="1389888"/>
            <a:ext cx="4522787" cy="24003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575">
                <a:solidFill>
                  <a:srgbClr val="0F172A"/>
                </a:solidFill>
                <a:latin typeface="Inter"/>
                <a:ea typeface="Inter"/>
                <a:cs typeface="Inter"/>
              </a:defRPr>
            </a:defPPr>
            <a:lvl1pPr>
              <a:defRPr sz="1575">
                <a:solidFill>
                  <a:srgbClr val="0F172A"/>
                </a:solidFill>
                <a:latin typeface="Inter"/>
                <a:ea typeface="Inter"/>
                <a:cs typeface="Inter"/>
              </a:defRPr>
            </a:lvl1pPr>
            <a:lvl2pPr>
              <a:defRPr sz="1575">
                <a:solidFill>
                  <a:srgbClr val="0F172A"/>
                </a:solidFill>
                <a:latin typeface="Inter"/>
                <a:ea typeface="Inter"/>
                <a:cs typeface="Inter"/>
              </a:defRPr>
            </a:lvl2pPr>
            <a:lvl3pPr>
              <a:defRPr sz="1575">
                <a:solidFill>
                  <a:srgbClr val="0F172A"/>
                </a:solidFill>
                <a:latin typeface="Inter"/>
                <a:ea typeface="Inter"/>
                <a:cs typeface="Inter"/>
              </a:defRPr>
            </a:lvl3pPr>
            <a:lvl4pPr>
              <a:defRPr sz="1575">
                <a:solidFill>
                  <a:srgbClr val="0F172A"/>
                </a:solidFill>
                <a:latin typeface="Inter"/>
                <a:ea typeface="Inter"/>
                <a:cs typeface="Inter"/>
              </a:defRPr>
            </a:lvl4pPr>
            <a:lvl5pPr>
              <a:defRPr sz="1575">
                <a:solidFill>
                  <a:srgbClr val="0F172A"/>
                </a:solidFill>
                <a:latin typeface="Inter"/>
                <a:ea typeface="Inter"/>
                <a:cs typeface="Inter"/>
              </a:defRPr>
            </a:lvl5pPr>
            <a:lvl6pPr>
              <a:defRPr sz="1575">
                <a:solidFill>
                  <a:srgbClr val="0F172A"/>
                </a:solidFill>
                <a:latin typeface="Inter"/>
                <a:ea typeface="Inter"/>
                <a:cs typeface="Inter"/>
              </a:defRPr>
            </a:lvl6pPr>
            <a:lvl7pPr>
              <a:defRPr sz="1575">
                <a:solidFill>
                  <a:srgbClr val="0F172A"/>
                </a:solidFill>
                <a:latin typeface="Inter"/>
                <a:ea typeface="Inter"/>
                <a:cs typeface="Inter"/>
              </a:defRPr>
            </a:lvl7pPr>
            <a:lvl8pPr>
              <a:defRPr sz="1575">
                <a:solidFill>
                  <a:srgbClr val="0F172A"/>
                </a:solidFill>
                <a:latin typeface="Inter"/>
                <a:ea typeface="Inter"/>
                <a:cs typeface="Inter"/>
              </a:defRPr>
            </a:lvl8pPr>
            <a:lvl9pPr>
              <a:defRPr sz="1575">
                <a:solidFill>
                  <a:srgbClr val="0F172A"/>
                </a:solidFill>
                <a:latin typeface="Inter"/>
                <a:ea typeface="Inter"/>
                <a:cs typeface="Inter"/>
              </a:defRPr>
            </a:lvl9pPr>
          </a:lstStyle>
          <a:p xmlns:a="http://schemas.openxmlformats.org/drawingml/2006/main">
            <a:pPr>
              <a:defRPr sz="1575">
                <a:solidFill>
                  <a:srgbClr val="0F172A"/>
                </a:solidFill>
                <a:latin typeface="Inter"/>
                <a:ea typeface="Inter"/>
                <a:cs typeface="Inter"/>
              </a:defRPr>
            </a:pPr>
            <a:r>
              <a:rPr sz="1575" b="0">
                <a:solidFill>
                  <a:srgbClr val="0F172A"/>
                </a:solidFill>
                <a:latin typeface="Inter"/>
                <a:ea typeface="Inter"/>
                <a:cs typeface="Inter"/>
              </a:rPr>
              <a:t>Same network for baseline and augmented training</a:t>
            </a:r>
          </a:p>
        </p:txBody>
      </p:sp>
      <p:sp>
        <p:nvSpPr>
          <p:cNvPr id="7" name="Rectangle 6">
            <a:extLst xmlns:a="http://schemas.openxmlformats.org/drawingml/2006/main">
              <a:ext uri="{FF2B5EF4-FFF2-40B4-BE49-F238E27FC236}">
                <a16:creationId xmlns:a16="http://schemas.microsoft.com/office/drawing/2014/main" id="{1E324C68-AC4D-42B5-A525-D3957B77DCFA}"/>
              </a:ext>
            </a:extLst>
          </p:cNvPr>
          <p:cNvSpPr>
            <a:spLocks xmlns:a="http://schemas.openxmlformats.org/drawingml/2006/main" noGrp="1"/>
          </p:cNvSpPr>
          <p:nvPr/>
        </p:nvSpPr>
        <p:spPr>
          <a:xfrm xmlns:a="http://schemas.openxmlformats.org/drawingml/2006/main">
            <a:off x="731520" y="6035040"/>
            <a:ext cx="10725912" cy="9144"/>
          </a:xfrm>
          <a:prstGeom xmlns:a="http://schemas.openxmlformats.org/drawingml/2006/main" prst="rect">
            <a:avLst/>
          </a:prstGeom>
          <a:solidFill xmlns:a="http://schemas.openxmlformats.org/drawingml/2006/main">
            <a:srgbClr val="E2E8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8F4C3BA6-D0AB-4EA6-8F0A-AB0E309450B3}"/>
              </a:ext>
            </a:extLst>
          </p:cNvPr>
          <p:cNvSpPr>
            <a:spLocks xmlns:a="http://schemas.openxmlformats.org/drawingml/2006/main" noGrp="1"/>
          </p:cNvSpPr>
          <p:nvPr/>
        </p:nvSpPr>
        <p:spPr>
          <a:xfrm xmlns:a="http://schemas.openxmlformats.org/drawingml/2006/main">
            <a:off x="731520" y="6144768"/>
            <a:ext cx="7772400" cy="3200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900" b="0">
                <a:solidFill>
                  <a:srgbClr val="94A3B8"/>
                </a:solidFill>
                <a:latin typeface="Inter"/>
                <a:ea typeface="Inter"/>
                <a:cs typeface="Inter"/>
              </a:rPr>
              <a:t>EE136: Machine Learning for Wireless Communications | Topic 4 Capstone Defense</a:t>
            </a:r>
          </a:p>
        </p:txBody>
      </p:sp>
      <p:sp>
        <p:nvSpPr>
          <p:cNvPr id="9" name="TextBox 8">
            <a:extLst xmlns:a="http://schemas.openxmlformats.org/drawingml/2006/main">
              <a:ext uri="{FF2B5EF4-FFF2-40B4-BE49-F238E27FC236}">
                <a16:creationId xmlns:a16="http://schemas.microsoft.com/office/drawing/2014/main" id="{3ED1B2F5-E4E5-4F9E-8455-54B1881BF56D}"/>
              </a:ext>
            </a:extLst>
          </p:cNvPr>
          <p:cNvSpPr>
            <a:spLocks xmlns:a="http://schemas.openxmlformats.org/drawingml/2006/main" noGrp="1"/>
          </p:cNvSpPr>
          <p:nvPr/>
        </p:nvSpPr>
        <p:spPr>
          <a:xfrm xmlns:a="http://schemas.openxmlformats.org/drawingml/2006/main">
            <a:off x="9601200" y="6144768"/>
            <a:ext cx="817880" cy="2286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900" b="0">
                <a:solidFill>
                  <a:srgbClr val="94A3B8"/>
                </a:solidFill>
                <a:latin typeface="Inter"/>
                <a:ea typeface="Inter"/>
                <a:cs typeface="Inter"/>
              </a:rPr>
              <a:t>Slide 6 of 14</a:t>
            </a:r>
          </a:p>
        </p:txBody>
      </p:sp>
      <p:sp>
        <p:nvSpPr>
          <p:cNvPr id="10" name="">
            <a:extLst xmlns:a="http://schemas.openxmlformats.org/drawingml/2006/main">
              <a:ext uri="{FF2B5EF4-FFF2-40B4-BE49-F238E27FC236}">
                <a16:creationId xmlns:a16="http://schemas.microsoft.com/office/drawing/2014/main" id="{66833904-C03E-4701-8897-66ECBD885FF9}"/>
              </a:ext>
            </a:extLst>
          </p:cNvPr>
          <p:cNvSpPr>
            <a:spLocks xmlns:a="http://schemas.openxmlformats.org/drawingml/2006/main" noGrp="1"/>
          </p:cNvSpPr>
          <p:nvPr/>
        </p:nvSpPr>
        <p:spPr>
          <a:xfrm xmlns:a="http://schemas.openxmlformats.org/drawingml/2006/main">
            <a:off x="1047750" y="2095500"/>
            <a:ext cx="2381250" cy="1352550"/>
          </a:xfrm>
          <a:prstGeom xmlns:a="http://schemas.openxmlformats.org/drawingml/2006/main" prst="roundRect">
            <a:avLst>
              <a:gd name="adj" fmla="val 4225"/>
            </a:avLst>
          </a:prstGeom>
          <a:solidFill xmlns:a="http://schemas.openxmlformats.org/drawingml/2006/main">
            <a:srgbClr val="F8FAFC"/>
          </a:solidFill>
          <a:ln xmlns:a="http://schemas.openxmlformats.org/drawingml/2006/main" w="9525">
            <a:solidFill>
              <a:srgbClr val="E2E8F0"/>
            </a:solidFill>
            <a:prstDash val="solid"/>
          </a:ln>
        </p:spPr>
      </p:sp>
      <p:sp>
        <p:nvSpPr>
          <p:cNvPr id="11" name="">
            <a:extLst xmlns:a="http://schemas.openxmlformats.org/drawingml/2006/main">
              <a:ext uri="{FF2B5EF4-FFF2-40B4-BE49-F238E27FC236}">
                <a16:creationId xmlns:a16="http://schemas.microsoft.com/office/drawing/2014/main" id="{12A4845F-0630-49D0-96A0-0F30CCA03675}"/>
              </a:ext>
            </a:extLst>
          </p:cNvPr>
          <p:cNvSpPr>
            <a:spLocks xmlns:a="http://schemas.openxmlformats.org/drawingml/2006/main" noGrp="1"/>
          </p:cNvSpPr>
          <p:nvPr/>
        </p:nvSpPr>
        <p:spPr>
          <a:xfrm xmlns:a="http://schemas.openxmlformats.org/drawingml/2006/main">
            <a:off x="1219200" y="228600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0284C7"/>
                </a:solidFill>
                <a:latin typeface="Manrope"/>
                <a:ea typeface="Manrope"/>
                <a:cs typeface="Manrope"/>
              </a:defRPr>
            </a:defPPr>
            <a:lvl1pPr>
              <a:defRPr sz="1875" b="1">
                <a:solidFill>
                  <a:srgbClr val="0284C7"/>
                </a:solidFill>
                <a:latin typeface="Manrope"/>
                <a:ea typeface="Manrope"/>
                <a:cs typeface="Manrope"/>
              </a:defRPr>
            </a:lvl1pPr>
            <a:lvl2pPr>
              <a:defRPr sz="1875" b="1">
                <a:solidFill>
                  <a:srgbClr val="0284C7"/>
                </a:solidFill>
                <a:latin typeface="Manrope"/>
                <a:ea typeface="Manrope"/>
                <a:cs typeface="Manrope"/>
              </a:defRPr>
            </a:lvl2pPr>
            <a:lvl3pPr>
              <a:defRPr sz="1875" b="1">
                <a:solidFill>
                  <a:srgbClr val="0284C7"/>
                </a:solidFill>
                <a:latin typeface="Manrope"/>
                <a:ea typeface="Manrope"/>
                <a:cs typeface="Manrope"/>
              </a:defRPr>
            </a:lvl3pPr>
            <a:lvl4pPr>
              <a:defRPr sz="1875" b="1">
                <a:solidFill>
                  <a:srgbClr val="0284C7"/>
                </a:solidFill>
                <a:latin typeface="Manrope"/>
                <a:ea typeface="Manrope"/>
                <a:cs typeface="Manrope"/>
              </a:defRPr>
            </a:lvl4pPr>
            <a:lvl5pPr>
              <a:defRPr sz="1875" b="1">
                <a:solidFill>
                  <a:srgbClr val="0284C7"/>
                </a:solidFill>
                <a:latin typeface="Manrope"/>
                <a:ea typeface="Manrope"/>
                <a:cs typeface="Manrope"/>
              </a:defRPr>
            </a:lvl5pPr>
            <a:lvl6pPr>
              <a:defRPr sz="1875" b="1">
                <a:solidFill>
                  <a:srgbClr val="0284C7"/>
                </a:solidFill>
                <a:latin typeface="Manrope"/>
                <a:ea typeface="Manrope"/>
                <a:cs typeface="Manrope"/>
              </a:defRPr>
            </a:lvl6pPr>
            <a:lvl7pPr>
              <a:defRPr sz="1875" b="1">
                <a:solidFill>
                  <a:srgbClr val="0284C7"/>
                </a:solidFill>
                <a:latin typeface="Manrope"/>
                <a:ea typeface="Manrope"/>
                <a:cs typeface="Manrope"/>
              </a:defRPr>
            </a:lvl7pPr>
            <a:lvl8pPr>
              <a:defRPr sz="1875" b="1">
                <a:solidFill>
                  <a:srgbClr val="0284C7"/>
                </a:solidFill>
                <a:latin typeface="Manrope"/>
                <a:ea typeface="Manrope"/>
                <a:cs typeface="Manrope"/>
              </a:defRPr>
            </a:lvl8pPr>
            <a:lvl9pPr>
              <a:defRPr sz="1875" b="1">
                <a:solidFill>
                  <a:srgbClr val="0284C7"/>
                </a:solidFill>
                <a:latin typeface="Manrope"/>
                <a:ea typeface="Manrope"/>
                <a:cs typeface="Manrope"/>
              </a:defRPr>
            </a:lvl9pPr>
          </a:lstStyle>
          <a:p xmlns:a="http://schemas.openxmlformats.org/drawingml/2006/main">
            <a:pPr>
              <a:defRPr sz="1875" b="1">
                <a:solidFill>
                  <a:srgbClr val="0284C7"/>
                </a:solidFill>
                <a:latin typeface="Manrope"/>
                <a:ea typeface="Manrope"/>
                <a:cs typeface="Manrope"/>
              </a:defRPr>
            </a:pPr>
            <a:r>
              <a:rPr sz="1875" b="1">
                <a:solidFill>
                  <a:srgbClr val="0284C7"/>
                </a:solidFill>
                <a:latin typeface="Manrope"/>
                <a:ea typeface="Manrope"/>
                <a:cs typeface="Manrope"/>
              </a:rPr>
              <a:t>Input</a:t>
            </a:r>
          </a:p>
        </p:txBody>
      </p:sp>
      <p:sp>
        <p:nvSpPr>
          <p:cNvPr id="12" name="">
            <a:extLst xmlns:a="http://schemas.openxmlformats.org/drawingml/2006/main">
              <a:ext uri="{FF2B5EF4-FFF2-40B4-BE49-F238E27FC236}">
                <a16:creationId xmlns:a16="http://schemas.microsoft.com/office/drawing/2014/main" id="{BA8634C2-E6F2-497B-84CA-A77C520C958D}"/>
              </a:ext>
            </a:extLst>
          </p:cNvPr>
          <p:cNvSpPr>
            <a:spLocks xmlns:a="http://schemas.openxmlformats.org/drawingml/2006/main" noGrp="1"/>
          </p:cNvSpPr>
          <p:nvPr/>
        </p:nvSpPr>
        <p:spPr>
          <a:xfrm xmlns:a="http://schemas.openxmlformats.org/drawingml/2006/main">
            <a:off x="1219200" y="28003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0F172A"/>
                </a:solidFill>
                <a:latin typeface="Consolas"/>
                <a:ea typeface="Consolas"/>
                <a:cs typeface="Consolas"/>
              </a:defRPr>
            </a:defPPr>
            <a:lvl1pPr>
              <a:defRPr sz="1800" b="0">
                <a:solidFill>
                  <a:srgbClr val="0F172A"/>
                </a:solidFill>
                <a:latin typeface="Consolas"/>
                <a:ea typeface="Consolas"/>
                <a:cs typeface="Consolas"/>
              </a:defRPr>
            </a:lvl1pPr>
            <a:lvl2pPr>
              <a:defRPr sz="1800" b="0">
                <a:solidFill>
                  <a:srgbClr val="0F172A"/>
                </a:solidFill>
                <a:latin typeface="Consolas"/>
                <a:ea typeface="Consolas"/>
                <a:cs typeface="Consolas"/>
              </a:defRPr>
            </a:lvl2pPr>
            <a:lvl3pPr>
              <a:defRPr sz="1800" b="0">
                <a:solidFill>
                  <a:srgbClr val="0F172A"/>
                </a:solidFill>
                <a:latin typeface="Consolas"/>
                <a:ea typeface="Consolas"/>
                <a:cs typeface="Consolas"/>
              </a:defRPr>
            </a:lvl3pPr>
            <a:lvl4pPr>
              <a:defRPr sz="1800" b="0">
                <a:solidFill>
                  <a:srgbClr val="0F172A"/>
                </a:solidFill>
                <a:latin typeface="Consolas"/>
                <a:ea typeface="Consolas"/>
                <a:cs typeface="Consolas"/>
              </a:defRPr>
            </a:lvl4pPr>
            <a:lvl5pPr>
              <a:defRPr sz="1800" b="0">
                <a:solidFill>
                  <a:srgbClr val="0F172A"/>
                </a:solidFill>
                <a:latin typeface="Consolas"/>
                <a:ea typeface="Consolas"/>
                <a:cs typeface="Consolas"/>
              </a:defRPr>
            </a:lvl5pPr>
            <a:lvl6pPr>
              <a:defRPr sz="1800" b="0">
                <a:solidFill>
                  <a:srgbClr val="0F172A"/>
                </a:solidFill>
                <a:latin typeface="Consolas"/>
                <a:ea typeface="Consolas"/>
                <a:cs typeface="Consolas"/>
              </a:defRPr>
            </a:lvl6pPr>
            <a:lvl7pPr>
              <a:defRPr sz="1800" b="0">
                <a:solidFill>
                  <a:srgbClr val="0F172A"/>
                </a:solidFill>
                <a:latin typeface="Consolas"/>
                <a:ea typeface="Consolas"/>
                <a:cs typeface="Consolas"/>
              </a:defRPr>
            </a:lvl7pPr>
            <a:lvl8pPr>
              <a:defRPr sz="1800" b="0">
                <a:solidFill>
                  <a:srgbClr val="0F172A"/>
                </a:solidFill>
                <a:latin typeface="Consolas"/>
                <a:ea typeface="Consolas"/>
                <a:cs typeface="Consolas"/>
              </a:defRPr>
            </a:lvl8pPr>
            <a:lvl9pPr>
              <a:defRPr sz="1800" b="0">
                <a:solidFill>
                  <a:srgbClr val="0F172A"/>
                </a:solidFill>
                <a:latin typeface="Consolas"/>
                <a:ea typeface="Consolas"/>
                <a:cs typeface="Consolas"/>
              </a:defRPr>
            </a:lvl9pPr>
          </a:lstStyle>
          <a:p xmlns:a="http://schemas.openxmlformats.org/drawingml/2006/main">
            <a:pPr>
              <a:defRPr sz="1800" b="0">
                <a:solidFill>
                  <a:srgbClr val="0F172A"/>
                </a:solidFill>
                <a:latin typeface="Consolas"/>
                <a:ea typeface="Consolas"/>
                <a:cs typeface="Consolas"/>
              </a:defRPr>
            </a:pPr>
            <a:r>
              <a:rPr sz="1800" b="0">
                <a:solidFill>
                  <a:srgbClr val="0F172A"/>
                </a:solidFill>
                <a:latin typeface="Consolas"/>
                <a:ea typeface="Consolas"/>
                <a:cs typeface="Consolas"/>
              </a:rPr>
              <a:t>[N, 2, 128]</a:t>
            </a:r>
          </a:p>
        </p:txBody>
      </p:sp>
      <p:sp>
        <p:nvSpPr>
          <p:cNvPr id="13" name="">
            <a:extLst xmlns:a="http://schemas.openxmlformats.org/drawingml/2006/main">
              <a:ext uri="{FF2B5EF4-FFF2-40B4-BE49-F238E27FC236}">
                <a16:creationId xmlns:a16="http://schemas.microsoft.com/office/drawing/2014/main" id="{1C6A9CD6-A3A7-4044-BDD2-28A24A177339}"/>
              </a:ext>
            </a:extLst>
          </p:cNvPr>
          <p:cNvSpPr>
            <a:spLocks xmlns:a="http://schemas.openxmlformats.org/drawingml/2006/main" noGrp="1"/>
          </p:cNvSpPr>
          <p:nvPr/>
        </p:nvSpPr>
        <p:spPr>
          <a:xfrm xmlns:a="http://schemas.openxmlformats.org/drawingml/2006/main">
            <a:off x="3667125" y="2095500"/>
            <a:ext cx="2381250" cy="1352550"/>
          </a:xfrm>
          <a:prstGeom xmlns:a="http://schemas.openxmlformats.org/drawingml/2006/main" prst="roundRect">
            <a:avLst>
              <a:gd name="adj" fmla="val 4225"/>
            </a:avLst>
          </a:prstGeom>
          <a:solidFill xmlns:a="http://schemas.openxmlformats.org/drawingml/2006/main">
            <a:srgbClr val="F8FAFC"/>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132EC503-AE19-4AE3-9BBA-BA25442E408A}"/>
              </a:ext>
            </a:extLst>
          </p:cNvPr>
          <p:cNvSpPr>
            <a:spLocks xmlns:a="http://schemas.openxmlformats.org/drawingml/2006/main" noGrp="1"/>
          </p:cNvSpPr>
          <p:nvPr/>
        </p:nvSpPr>
        <p:spPr>
          <a:xfrm xmlns:a="http://schemas.openxmlformats.org/drawingml/2006/main">
            <a:off x="3838575" y="228600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0284C7"/>
                </a:solidFill>
                <a:latin typeface="Manrope"/>
                <a:ea typeface="Manrope"/>
                <a:cs typeface="Manrope"/>
              </a:defRPr>
            </a:defPPr>
            <a:lvl1pPr>
              <a:defRPr sz="1875" b="1">
                <a:solidFill>
                  <a:srgbClr val="0284C7"/>
                </a:solidFill>
                <a:latin typeface="Manrope"/>
                <a:ea typeface="Manrope"/>
                <a:cs typeface="Manrope"/>
              </a:defRPr>
            </a:lvl1pPr>
            <a:lvl2pPr>
              <a:defRPr sz="1875" b="1">
                <a:solidFill>
                  <a:srgbClr val="0284C7"/>
                </a:solidFill>
                <a:latin typeface="Manrope"/>
                <a:ea typeface="Manrope"/>
                <a:cs typeface="Manrope"/>
              </a:defRPr>
            </a:lvl2pPr>
            <a:lvl3pPr>
              <a:defRPr sz="1875" b="1">
                <a:solidFill>
                  <a:srgbClr val="0284C7"/>
                </a:solidFill>
                <a:latin typeface="Manrope"/>
                <a:ea typeface="Manrope"/>
                <a:cs typeface="Manrope"/>
              </a:defRPr>
            </a:lvl3pPr>
            <a:lvl4pPr>
              <a:defRPr sz="1875" b="1">
                <a:solidFill>
                  <a:srgbClr val="0284C7"/>
                </a:solidFill>
                <a:latin typeface="Manrope"/>
                <a:ea typeface="Manrope"/>
                <a:cs typeface="Manrope"/>
              </a:defRPr>
            </a:lvl4pPr>
            <a:lvl5pPr>
              <a:defRPr sz="1875" b="1">
                <a:solidFill>
                  <a:srgbClr val="0284C7"/>
                </a:solidFill>
                <a:latin typeface="Manrope"/>
                <a:ea typeface="Manrope"/>
                <a:cs typeface="Manrope"/>
              </a:defRPr>
            </a:lvl5pPr>
            <a:lvl6pPr>
              <a:defRPr sz="1875" b="1">
                <a:solidFill>
                  <a:srgbClr val="0284C7"/>
                </a:solidFill>
                <a:latin typeface="Manrope"/>
                <a:ea typeface="Manrope"/>
                <a:cs typeface="Manrope"/>
              </a:defRPr>
            </a:lvl6pPr>
            <a:lvl7pPr>
              <a:defRPr sz="1875" b="1">
                <a:solidFill>
                  <a:srgbClr val="0284C7"/>
                </a:solidFill>
                <a:latin typeface="Manrope"/>
                <a:ea typeface="Manrope"/>
                <a:cs typeface="Manrope"/>
              </a:defRPr>
            </a:lvl7pPr>
            <a:lvl8pPr>
              <a:defRPr sz="1875" b="1">
                <a:solidFill>
                  <a:srgbClr val="0284C7"/>
                </a:solidFill>
                <a:latin typeface="Manrope"/>
                <a:ea typeface="Manrope"/>
                <a:cs typeface="Manrope"/>
              </a:defRPr>
            </a:lvl8pPr>
            <a:lvl9pPr>
              <a:defRPr sz="1875" b="1">
                <a:solidFill>
                  <a:srgbClr val="0284C7"/>
                </a:solidFill>
                <a:latin typeface="Manrope"/>
                <a:ea typeface="Manrope"/>
                <a:cs typeface="Manrope"/>
              </a:defRPr>
            </a:lvl9pPr>
          </a:lstStyle>
          <a:p xmlns:a="http://schemas.openxmlformats.org/drawingml/2006/main">
            <a:pPr>
              <a:defRPr sz="1875" b="1">
                <a:solidFill>
                  <a:srgbClr val="0284C7"/>
                </a:solidFill>
                <a:latin typeface="Manrope"/>
                <a:ea typeface="Manrope"/>
                <a:cs typeface="Manrope"/>
              </a:defRPr>
            </a:pPr>
            <a:r>
              <a:rPr sz="1875" b="1">
                <a:solidFill>
                  <a:srgbClr val="0284C7"/>
                </a:solidFill>
                <a:latin typeface="Manrope"/>
                <a:ea typeface="Manrope"/>
                <a:cs typeface="Manrope"/>
              </a:rPr>
              <a:t>Conv block 1</a:t>
            </a:r>
          </a:p>
        </p:txBody>
      </p:sp>
      <p:sp>
        <p:nvSpPr>
          <p:cNvPr id="15" name="">
            <a:extLst xmlns:a="http://schemas.openxmlformats.org/drawingml/2006/main">
              <a:ext uri="{FF2B5EF4-FFF2-40B4-BE49-F238E27FC236}">
                <a16:creationId xmlns:a16="http://schemas.microsoft.com/office/drawing/2014/main" id="{A93B67FF-5746-49CE-969B-BE0B759062F9}"/>
              </a:ext>
            </a:extLst>
          </p:cNvPr>
          <p:cNvSpPr>
            <a:spLocks xmlns:a="http://schemas.openxmlformats.org/drawingml/2006/main" noGrp="1"/>
          </p:cNvSpPr>
          <p:nvPr/>
        </p:nvSpPr>
        <p:spPr>
          <a:xfrm xmlns:a="http://schemas.openxmlformats.org/drawingml/2006/main">
            <a:off x="3838575" y="28003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0F172A"/>
                </a:solidFill>
                <a:latin typeface="Consolas"/>
                <a:ea typeface="Consolas"/>
                <a:cs typeface="Consolas"/>
              </a:defRPr>
            </a:defPPr>
            <a:lvl1pPr>
              <a:defRPr sz="1800" b="0">
                <a:solidFill>
                  <a:srgbClr val="0F172A"/>
                </a:solidFill>
                <a:latin typeface="Consolas"/>
                <a:ea typeface="Consolas"/>
                <a:cs typeface="Consolas"/>
              </a:defRPr>
            </a:lvl1pPr>
            <a:lvl2pPr>
              <a:defRPr sz="1800" b="0">
                <a:solidFill>
                  <a:srgbClr val="0F172A"/>
                </a:solidFill>
                <a:latin typeface="Consolas"/>
                <a:ea typeface="Consolas"/>
                <a:cs typeface="Consolas"/>
              </a:defRPr>
            </a:lvl2pPr>
            <a:lvl3pPr>
              <a:defRPr sz="1800" b="0">
                <a:solidFill>
                  <a:srgbClr val="0F172A"/>
                </a:solidFill>
                <a:latin typeface="Consolas"/>
                <a:ea typeface="Consolas"/>
                <a:cs typeface="Consolas"/>
              </a:defRPr>
            </a:lvl3pPr>
            <a:lvl4pPr>
              <a:defRPr sz="1800" b="0">
                <a:solidFill>
                  <a:srgbClr val="0F172A"/>
                </a:solidFill>
                <a:latin typeface="Consolas"/>
                <a:ea typeface="Consolas"/>
                <a:cs typeface="Consolas"/>
              </a:defRPr>
            </a:lvl4pPr>
            <a:lvl5pPr>
              <a:defRPr sz="1800" b="0">
                <a:solidFill>
                  <a:srgbClr val="0F172A"/>
                </a:solidFill>
                <a:latin typeface="Consolas"/>
                <a:ea typeface="Consolas"/>
                <a:cs typeface="Consolas"/>
              </a:defRPr>
            </a:lvl5pPr>
            <a:lvl6pPr>
              <a:defRPr sz="1800" b="0">
                <a:solidFill>
                  <a:srgbClr val="0F172A"/>
                </a:solidFill>
                <a:latin typeface="Consolas"/>
                <a:ea typeface="Consolas"/>
                <a:cs typeface="Consolas"/>
              </a:defRPr>
            </a:lvl6pPr>
            <a:lvl7pPr>
              <a:defRPr sz="1800" b="0">
                <a:solidFill>
                  <a:srgbClr val="0F172A"/>
                </a:solidFill>
                <a:latin typeface="Consolas"/>
                <a:ea typeface="Consolas"/>
                <a:cs typeface="Consolas"/>
              </a:defRPr>
            </a:lvl7pPr>
            <a:lvl8pPr>
              <a:defRPr sz="1800" b="0">
                <a:solidFill>
                  <a:srgbClr val="0F172A"/>
                </a:solidFill>
                <a:latin typeface="Consolas"/>
                <a:ea typeface="Consolas"/>
                <a:cs typeface="Consolas"/>
              </a:defRPr>
            </a:lvl8pPr>
            <a:lvl9pPr>
              <a:defRPr sz="1800" b="0">
                <a:solidFill>
                  <a:srgbClr val="0F172A"/>
                </a:solidFill>
                <a:latin typeface="Consolas"/>
                <a:ea typeface="Consolas"/>
                <a:cs typeface="Consolas"/>
              </a:defRPr>
            </a:lvl9pPr>
          </a:lstStyle>
          <a:p xmlns:a="http://schemas.openxmlformats.org/drawingml/2006/main">
            <a:pPr>
              <a:defRPr sz="1800" b="0">
                <a:solidFill>
                  <a:srgbClr val="0F172A"/>
                </a:solidFill>
                <a:latin typeface="Consolas"/>
                <a:ea typeface="Consolas"/>
                <a:cs typeface="Consolas"/>
              </a:defRPr>
            </a:pPr>
            <a:r>
              <a:rPr sz="1800" b="0">
                <a:solidFill>
                  <a:srgbClr val="0F172A"/>
                </a:solidFill>
                <a:latin typeface="Consolas"/>
                <a:ea typeface="Consolas"/>
                <a:cs typeface="Consolas"/>
              </a:rPr>
              <a:t>[N, 64, 64]</a:t>
            </a:r>
          </a:p>
        </p:txBody>
      </p:sp>
      <p:sp>
        <p:nvSpPr>
          <p:cNvPr id="16" name="">
            <a:extLst xmlns:a="http://schemas.openxmlformats.org/drawingml/2006/main">
              <a:ext uri="{FF2B5EF4-FFF2-40B4-BE49-F238E27FC236}">
                <a16:creationId xmlns:a16="http://schemas.microsoft.com/office/drawing/2014/main" id="{CE3063F5-E6CD-4F96-813F-913A7B5AE883}"/>
              </a:ext>
            </a:extLst>
          </p:cNvPr>
          <p:cNvSpPr>
            <a:spLocks xmlns:a="http://schemas.openxmlformats.org/drawingml/2006/main" noGrp="1"/>
          </p:cNvSpPr>
          <p:nvPr/>
        </p:nvSpPr>
        <p:spPr>
          <a:xfrm xmlns:a="http://schemas.openxmlformats.org/drawingml/2006/main">
            <a:off x="6286500" y="2095500"/>
            <a:ext cx="2381250" cy="1352550"/>
          </a:xfrm>
          <a:prstGeom xmlns:a="http://schemas.openxmlformats.org/drawingml/2006/main" prst="roundRect">
            <a:avLst>
              <a:gd name="adj" fmla="val 4225"/>
            </a:avLst>
          </a:prstGeom>
          <a:solidFill xmlns:a="http://schemas.openxmlformats.org/drawingml/2006/main">
            <a:srgbClr val="F8FAFC"/>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4104000D-C0F8-474A-A925-EA7B5FCB9702}"/>
              </a:ext>
            </a:extLst>
          </p:cNvPr>
          <p:cNvSpPr>
            <a:spLocks xmlns:a="http://schemas.openxmlformats.org/drawingml/2006/main" noGrp="1"/>
          </p:cNvSpPr>
          <p:nvPr/>
        </p:nvSpPr>
        <p:spPr>
          <a:xfrm xmlns:a="http://schemas.openxmlformats.org/drawingml/2006/main">
            <a:off x="6457950" y="228600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0284C7"/>
                </a:solidFill>
                <a:latin typeface="Manrope"/>
                <a:ea typeface="Manrope"/>
                <a:cs typeface="Manrope"/>
              </a:defRPr>
            </a:defPPr>
            <a:lvl1pPr>
              <a:defRPr sz="1875" b="1">
                <a:solidFill>
                  <a:srgbClr val="0284C7"/>
                </a:solidFill>
                <a:latin typeface="Manrope"/>
                <a:ea typeface="Manrope"/>
                <a:cs typeface="Manrope"/>
              </a:defRPr>
            </a:lvl1pPr>
            <a:lvl2pPr>
              <a:defRPr sz="1875" b="1">
                <a:solidFill>
                  <a:srgbClr val="0284C7"/>
                </a:solidFill>
                <a:latin typeface="Manrope"/>
                <a:ea typeface="Manrope"/>
                <a:cs typeface="Manrope"/>
              </a:defRPr>
            </a:lvl2pPr>
            <a:lvl3pPr>
              <a:defRPr sz="1875" b="1">
                <a:solidFill>
                  <a:srgbClr val="0284C7"/>
                </a:solidFill>
                <a:latin typeface="Manrope"/>
                <a:ea typeface="Manrope"/>
                <a:cs typeface="Manrope"/>
              </a:defRPr>
            </a:lvl3pPr>
            <a:lvl4pPr>
              <a:defRPr sz="1875" b="1">
                <a:solidFill>
                  <a:srgbClr val="0284C7"/>
                </a:solidFill>
                <a:latin typeface="Manrope"/>
                <a:ea typeface="Manrope"/>
                <a:cs typeface="Manrope"/>
              </a:defRPr>
            </a:lvl4pPr>
            <a:lvl5pPr>
              <a:defRPr sz="1875" b="1">
                <a:solidFill>
                  <a:srgbClr val="0284C7"/>
                </a:solidFill>
                <a:latin typeface="Manrope"/>
                <a:ea typeface="Manrope"/>
                <a:cs typeface="Manrope"/>
              </a:defRPr>
            </a:lvl5pPr>
            <a:lvl6pPr>
              <a:defRPr sz="1875" b="1">
                <a:solidFill>
                  <a:srgbClr val="0284C7"/>
                </a:solidFill>
                <a:latin typeface="Manrope"/>
                <a:ea typeface="Manrope"/>
                <a:cs typeface="Manrope"/>
              </a:defRPr>
            </a:lvl6pPr>
            <a:lvl7pPr>
              <a:defRPr sz="1875" b="1">
                <a:solidFill>
                  <a:srgbClr val="0284C7"/>
                </a:solidFill>
                <a:latin typeface="Manrope"/>
                <a:ea typeface="Manrope"/>
                <a:cs typeface="Manrope"/>
              </a:defRPr>
            </a:lvl7pPr>
            <a:lvl8pPr>
              <a:defRPr sz="1875" b="1">
                <a:solidFill>
                  <a:srgbClr val="0284C7"/>
                </a:solidFill>
                <a:latin typeface="Manrope"/>
                <a:ea typeface="Manrope"/>
                <a:cs typeface="Manrope"/>
              </a:defRPr>
            </a:lvl8pPr>
            <a:lvl9pPr>
              <a:defRPr sz="1875" b="1">
                <a:solidFill>
                  <a:srgbClr val="0284C7"/>
                </a:solidFill>
                <a:latin typeface="Manrope"/>
                <a:ea typeface="Manrope"/>
                <a:cs typeface="Manrope"/>
              </a:defRPr>
            </a:lvl9pPr>
          </a:lstStyle>
          <a:p xmlns:a="http://schemas.openxmlformats.org/drawingml/2006/main">
            <a:pPr>
              <a:defRPr sz="1875" b="1">
                <a:solidFill>
                  <a:srgbClr val="0284C7"/>
                </a:solidFill>
                <a:latin typeface="Manrope"/>
                <a:ea typeface="Manrope"/>
                <a:cs typeface="Manrope"/>
              </a:defRPr>
            </a:pPr>
            <a:r>
              <a:rPr sz="1875" b="1">
                <a:solidFill>
                  <a:srgbClr val="0284C7"/>
                </a:solidFill>
                <a:latin typeface="Manrope"/>
                <a:ea typeface="Manrope"/>
                <a:cs typeface="Manrope"/>
              </a:rPr>
              <a:t>Conv block 2</a:t>
            </a:r>
          </a:p>
        </p:txBody>
      </p:sp>
      <p:sp>
        <p:nvSpPr>
          <p:cNvPr id="18" name="">
            <a:extLst xmlns:a="http://schemas.openxmlformats.org/drawingml/2006/main">
              <a:ext uri="{FF2B5EF4-FFF2-40B4-BE49-F238E27FC236}">
                <a16:creationId xmlns:a16="http://schemas.microsoft.com/office/drawing/2014/main" id="{596A8997-5068-48B2-BB8B-0B977857ADCA}"/>
              </a:ext>
            </a:extLst>
          </p:cNvPr>
          <p:cNvSpPr>
            <a:spLocks xmlns:a="http://schemas.openxmlformats.org/drawingml/2006/main" noGrp="1"/>
          </p:cNvSpPr>
          <p:nvPr/>
        </p:nvSpPr>
        <p:spPr>
          <a:xfrm xmlns:a="http://schemas.openxmlformats.org/drawingml/2006/main">
            <a:off x="6457950" y="28003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0F172A"/>
                </a:solidFill>
                <a:latin typeface="Consolas"/>
                <a:ea typeface="Consolas"/>
                <a:cs typeface="Consolas"/>
              </a:defRPr>
            </a:defPPr>
            <a:lvl1pPr>
              <a:defRPr sz="1800" b="0">
                <a:solidFill>
                  <a:srgbClr val="0F172A"/>
                </a:solidFill>
                <a:latin typeface="Consolas"/>
                <a:ea typeface="Consolas"/>
                <a:cs typeface="Consolas"/>
              </a:defRPr>
            </a:lvl1pPr>
            <a:lvl2pPr>
              <a:defRPr sz="1800" b="0">
                <a:solidFill>
                  <a:srgbClr val="0F172A"/>
                </a:solidFill>
                <a:latin typeface="Consolas"/>
                <a:ea typeface="Consolas"/>
                <a:cs typeface="Consolas"/>
              </a:defRPr>
            </a:lvl2pPr>
            <a:lvl3pPr>
              <a:defRPr sz="1800" b="0">
                <a:solidFill>
                  <a:srgbClr val="0F172A"/>
                </a:solidFill>
                <a:latin typeface="Consolas"/>
                <a:ea typeface="Consolas"/>
                <a:cs typeface="Consolas"/>
              </a:defRPr>
            </a:lvl3pPr>
            <a:lvl4pPr>
              <a:defRPr sz="1800" b="0">
                <a:solidFill>
                  <a:srgbClr val="0F172A"/>
                </a:solidFill>
                <a:latin typeface="Consolas"/>
                <a:ea typeface="Consolas"/>
                <a:cs typeface="Consolas"/>
              </a:defRPr>
            </a:lvl4pPr>
            <a:lvl5pPr>
              <a:defRPr sz="1800" b="0">
                <a:solidFill>
                  <a:srgbClr val="0F172A"/>
                </a:solidFill>
                <a:latin typeface="Consolas"/>
                <a:ea typeface="Consolas"/>
                <a:cs typeface="Consolas"/>
              </a:defRPr>
            </a:lvl5pPr>
            <a:lvl6pPr>
              <a:defRPr sz="1800" b="0">
                <a:solidFill>
                  <a:srgbClr val="0F172A"/>
                </a:solidFill>
                <a:latin typeface="Consolas"/>
                <a:ea typeface="Consolas"/>
                <a:cs typeface="Consolas"/>
              </a:defRPr>
            </a:lvl6pPr>
            <a:lvl7pPr>
              <a:defRPr sz="1800" b="0">
                <a:solidFill>
                  <a:srgbClr val="0F172A"/>
                </a:solidFill>
                <a:latin typeface="Consolas"/>
                <a:ea typeface="Consolas"/>
                <a:cs typeface="Consolas"/>
              </a:defRPr>
            </a:lvl7pPr>
            <a:lvl8pPr>
              <a:defRPr sz="1800" b="0">
                <a:solidFill>
                  <a:srgbClr val="0F172A"/>
                </a:solidFill>
                <a:latin typeface="Consolas"/>
                <a:ea typeface="Consolas"/>
                <a:cs typeface="Consolas"/>
              </a:defRPr>
            </a:lvl8pPr>
            <a:lvl9pPr>
              <a:defRPr sz="1800" b="0">
                <a:solidFill>
                  <a:srgbClr val="0F172A"/>
                </a:solidFill>
                <a:latin typeface="Consolas"/>
                <a:ea typeface="Consolas"/>
                <a:cs typeface="Consolas"/>
              </a:defRPr>
            </a:lvl9pPr>
          </a:lstStyle>
          <a:p xmlns:a="http://schemas.openxmlformats.org/drawingml/2006/main">
            <a:pPr>
              <a:defRPr sz="1800" b="0">
                <a:solidFill>
                  <a:srgbClr val="0F172A"/>
                </a:solidFill>
                <a:latin typeface="Consolas"/>
                <a:ea typeface="Consolas"/>
                <a:cs typeface="Consolas"/>
              </a:defRPr>
            </a:pPr>
            <a:r>
              <a:rPr sz="1800" b="0">
                <a:solidFill>
                  <a:srgbClr val="0F172A"/>
                </a:solidFill>
                <a:latin typeface="Consolas"/>
                <a:ea typeface="Consolas"/>
                <a:cs typeface="Consolas"/>
              </a:rPr>
              <a:t>[N, 128, 32]</a:t>
            </a:r>
          </a:p>
        </p:txBody>
      </p:sp>
      <p:sp>
        <p:nvSpPr>
          <p:cNvPr id="19" name="">
            <a:extLst xmlns:a="http://schemas.openxmlformats.org/drawingml/2006/main">
              <a:ext uri="{FF2B5EF4-FFF2-40B4-BE49-F238E27FC236}">
                <a16:creationId xmlns:a16="http://schemas.microsoft.com/office/drawing/2014/main" id="{5C29C4E2-2E6A-47F4-AC77-0F4AB064000C}"/>
              </a:ext>
            </a:extLst>
          </p:cNvPr>
          <p:cNvSpPr>
            <a:spLocks xmlns:a="http://schemas.openxmlformats.org/drawingml/2006/main" noGrp="1"/>
          </p:cNvSpPr>
          <p:nvPr/>
        </p:nvSpPr>
        <p:spPr>
          <a:xfrm xmlns:a="http://schemas.openxmlformats.org/drawingml/2006/main">
            <a:off x="8905875" y="2095500"/>
            <a:ext cx="2381250" cy="1352550"/>
          </a:xfrm>
          <a:prstGeom xmlns:a="http://schemas.openxmlformats.org/drawingml/2006/main" prst="roundRect">
            <a:avLst>
              <a:gd name="adj" fmla="val 4225"/>
            </a:avLst>
          </a:prstGeom>
          <a:solidFill xmlns:a="http://schemas.openxmlformats.org/drawingml/2006/main">
            <a:srgbClr val="F8FAFC"/>
          </a:solidFill>
          <a:ln xmlns:a="http://schemas.openxmlformats.org/drawingml/2006/main" w="9525">
            <a:solidFill>
              <a:srgbClr val="E2E8F0"/>
            </a:solidFill>
            <a:prstDash val="solid"/>
          </a:ln>
        </p:spPr>
      </p:sp>
      <p:sp>
        <p:nvSpPr>
          <p:cNvPr id="20" name="">
            <a:extLst xmlns:a="http://schemas.openxmlformats.org/drawingml/2006/main">
              <a:ext uri="{FF2B5EF4-FFF2-40B4-BE49-F238E27FC236}">
                <a16:creationId xmlns:a16="http://schemas.microsoft.com/office/drawing/2014/main" id="{47B0E81D-0CD0-4A0D-9BA6-3A36434A22B2}"/>
              </a:ext>
            </a:extLst>
          </p:cNvPr>
          <p:cNvSpPr>
            <a:spLocks xmlns:a="http://schemas.openxmlformats.org/drawingml/2006/main" noGrp="1"/>
          </p:cNvSpPr>
          <p:nvPr/>
        </p:nvSpPr>
        <p:spPr>
          <a:xfrm xmlns:a="http://schemas.openxmlformats.org/drawingml/2006/main">
            <a:off x="9077325" y="228600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0284C7"/>
                </a:solidFill>
                <a:latin typeface="Manrope"/>
                <a:ea typeface="Manrope"/>
                <a:cs typeface="Manrope"/>
              </a:defRPr>
            </a:defPPr>
            <a:lvl1pPr>
              <a:defRPr sz="1875" b="1">
                <a:solidFill>
                  <a:srgbClr val="0284C7"/>
                </a:solidFill>
                <a:latin typeface="Manrope"/>
                <a:ea typeface="Manrope"/>
                <a:cs typeface="Manrope"/>
              </a:defRPr>
            </a:lvl1pPr>
            <a:lvl2pPr>
              <a:defRPr sz="1875" b="1">
                <a:solidFill>
                  <a:srgbClr val="0284C7"/>
                </a:solidFill>
                <a:latin typeface="Manrope"/>
                <a:ea typeface="Manrope"/>
                <a:cs typeface="Manrope"/>
              </a:defRPr>
            </a:lvl2pPr>
            <a:lvl3pPr>
              <a:defRPr sz="1875" b="1">
                <a:solidFill>
                  <a:srgbClr val="0284C7"/>
                </a:solidFill>
                <a:latin typeface="Manrope"/>
                <a:ea typeface="Manrope"/>
                <a:cs typeface="Manrope"/>
              </a:defRPr>
            </a:lvl3pPr>
            <a:lvl4pPr>
              <a:defRPr sz="1875" b="1">
                <a:solidFill>
                  <a:srgbClr val="0284C7"/>
                </a:solidFill>
                <a:latin typeface="Manrope"/>
                <a:ea typeface="Manrope"/>
                <a:cs typeface="Manrope"/>
              </a:defRPr>
            </a:lvl4pPr>
            <a:lvl5pPr>
              <a:defRPr sz="1875" b="1">
                <a:solidFill>
                  <a:srgbClr val="0284C7"/>
                </a:solidFill>
                <a:latin typeface="Manrope"/>
                <a:ea typeface="Manrope"/>
                <a:cs typeface="Manrope"/>
              </a:defRPr>
            </a:lvl5pPr>
            <a:lvl6pPr>
              <a:defRPr sz="1875" b="1">
                <a:solidFill>
                  <a:srgbClr val="0284C7"/>
                </a:solidFill>
                <a:latin typeface="Manrope"/>
                <a:ea typeface="Manrope"/>
                <a:cs typeface="Manrope"/>
              </a:defRPr>
            </a:lvl6pPr>
            <a:lvl7pPr>
              <a:defRPr sz="1875" b="1">
                <a:solidFill>
                  <a:srgbClr val="0284C7"/>
                </a:solidFill>
                <a:latin typeface="Manrope"/>
                <a:ea typeface="Manrope"/>
                <a:cs typeface="Manrope"/>
              </a:defRPr>
            </a:lvl7pPr>
            <a:lvl8pPr>
              <a:defRPr sz="1875" b="1">
                <a:solidFill>
                  <a:srgbClr val="0284C7"/>
                </a:solidFill>
                <a:latin typeface="Manrope"/>
                <a:ea typeface="Manrope"/>
                <a:cs typeface="Manrope"/>
              </a:defRPr>
            </a:lvl8pPr>
            <a:lvl9pPr>
              <a:defRPr sz="1875" b="1">
                <a:solidFill>
                  <a:srgbClr val="0284C7"/>
                </a:solidFill>
                <a:latin typeface="Manrope"/>
                <a:ea typeface="Manrope"/>
                <a:cs typeface="Manrope"/>
              </a:defRPr>
            </a:lvl9pPr>
          </a:lstStyle>
          <a:p xmlns:a="http://schemas.openxmlformats.org/drawingml/2006/main">
            <a:pPr>
              <a:defRPr sz="1875" b="1">
                <a:solidFill>
                  <a:srgbClr val="0284C7"/>
                </a:solidFill>
                <a:latin typeface="Manrope"/>
                <a:ea typeface="Manrope"/>
                <a:cs typeface="Manrope"/>
              </a:defRPr>
            </a:pPr>
            <a:r>
              <a:rPr sz="1875" b="1">
                <a:solidFill>
                  <a:srgbClr val="0284C7"/>
                </a:solidFill>
                <a:latin typeface="Manrope"/>
                <a:ea typeface="Manrope"/>
                <a:cs typeface="Manrope"/>
              </a:rPr>
              <a:t>Conv block 3</a:t>
            </a:r>
          </a:p>
        </p:txBody>
      </p:sp>
      <p:sp>
        <p:nvSpPr>
          <p:cNvPr id="21" name="">
            <a:extLst xmlns:a="http://schemas.openxmlformats.org/drawingml/2006/main">
              <a:ext uri="{FF2B5EF4-FFF2-40B4-BE49-F238E27FC236}">
                <a16:creationId xmlns:a16="http://schemas.microsoft.com/office/drawing/2014/main" id="{94BDDC5F-09FD-477B-A0A4-0C0ABA39B4D2}"/>
              </a:ext>
            </a:extLst>
          </p:cNvPr>
          <p:cNvSpPr>
            <a:spLocks xmlns:a="http://schemas.openxmlformats.org/drawingml/2006/main" noGrp="1"/>
          </p:cNvSpPr>
          <p:nvPr/>
        </p:nvSpPr>
        <p:spPr>
          <a:xfrm xmlns:a="http://schemas.openxmlformats.org/drawingml/2006/main">
            <a:off x="9077325" y="28003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0F172A"/>
                </a:solidFill>
                <a:latin typeface="Consolas"/>
                <a:ea typeface="Consolas"/>
                <a:cs typeface="Consolas"/>
              </a:defRPr>
            </a:defPPr>
            <a:lvl1pPr>
              <a:defRPr sz="1800" b="0">
                <a:solidFill>
                  <a:srgbClr val="0F172A"/>
                </a:solidFill>
                <a:latin typeface="Consolas"/>
                <a:ea typeface="Consolas"/>
                <a:cs typeface="Consolas"/>
              </a:defRPr>
            </a:lvl1pPr>
            <a:lvl2pPr>
              <a:defRPr sz="1800" b="0">
                <a:solidFill>
                  <a:srgbClr val="0F172A"/>
                </a:solidFill>
                <a:latin typeface="Consolas"/>
                <a:ea typeface="Consolas"/>
                <a:cs typeface="Consolas"/>
              </a:defRPr>
            </a:lvl2pPr>
            <a:lvl3pPr>
              <a:defRPr sz="1800" b="0">
                <a:solidFill>
                  <a:srgbClr val="0F172A"/>
                </a:solidFill>
                <a:latin typeface="Consolas"/>
                <a:ea typeface="Consolas"/>
                <a:cs typeface="Consolas"/>
              </a:defRPr>
            </a:lvl3pPr>
            <a:lvl4pPr>
              <a:defRPr sz="1800" b="0">
                <a:solidFill>
                  <a:srgbClr val="0F172A"/>
                </a:solidFill>
                <a:latin typeface="Consolas"/>
                <a:ea typeface="Consolas"/>
                <a:cs typeface="Consolas"/>
              </a:defRPr>
            </a:lvl4pPr>
            <a:lvl5pPr>
              <a:defRPr sz="1800" b="0">
                <a:solidFill>
                  <a:srgbClr val="0F172A"/>
                </a:solidFill>
                <a:latin typeface="Consolas"/>
                <a:ea typeface="Consolas"/>
                <a:cs typeface="Consolas"/>
              </a:defRPr>
            </a:lvl5pPr>
            <a:lvl6pPr>
              <a:defRPr sz="1800" b="0">
                <a:solidFill>
                  <a:srgbClr val="0F172A"/>
                </a:solidFill>
                <a:latin typeface="Consolas"/>
                <a:ea typeface="Consolas"/>
                <a:cs typeface="Consolas"/>
              </a:defRPr>
            </a:lvl6pPr>
            <a:lvl7pPr>
              <a:defRPr sz="1800" b="0">
                <a:solidFill>
                  <a:srgbClr val="0F172A"/>
                </a:solidFill>
                <a:latin typeface="Consolas"/>
                <a:ea typeface="Consolas"/>
                <a:cs typeface="Consolas"/>
              </a:defRPr>
            </a:lvl7pPr>
            <a:lvl8pPr>
              <a:defRPr sz="1800" b="0">
                <a:solidFill>
                  <a:srgbClr val="0F172A"/>
                </a:solidFill>
                <a:latin typeface="Consolas"/>
                <a:ea typeface="Consolas"/>
                <a:cs typeface="Consolas"/>
              </a:defRPr>
            </a:lvl8pPr>
            <a:lvl9pPr>
              <a:defRPr sz="1800" b="0">
                <a:solidFill>
                  <a:srgbClr val="0F172A"/>
                </a:solidFill>
                <a:latin typeface="Consolas"/>
                <a:ea typeface="Consolas"/>
                <a:cs typeface="Consolas"/>
              </a:defRPr>
            </a:lvl9pPr>
          </a:lstStyle>
          <a:p xmlns:a="http://schemas.openxmlformats.org/drawingml/2006/main">
            <a:pPr>
              <a:defRPr sz="1800" b="0">
                <a:solidFill>
                  <a:srgbClr val="0F172A"/>
                </a:solidFill>
                <a:latin typeface="Consolas"/>
                <a:ea typeface="Consolas"/>
                <a:cs typeface="Consolas"/>
              </a:defRPr>
            </a:pPr>
            <a:r>
              <a:rPr sz="1800" b="0">
                <a:solidFill>
                  <a:srgbClr val="0F172A"/>
                </a:solidFill>
                <a:latin typeface="Consolas"/>
                <a:ea typeface="Consolas"/>
                <a:cs typeface="Consolas"/>
              </a:rPr>
              <a:t>[N, 256, 1]</a:t>
            </a:r>
          </a:p>
        </p:txBody>
      </p:sp>
      <p:sp>
        <p:nvSpPr>
          <p:cNvPr id="22" name="">
            <a:extLst xmlns:a="http://schemas.openxmlformats.org/drawingml/2006/main">
              <a:ext uri="{FF2B5EF4-FFF2-40B4-BE49-F238E27FC236}">
                <a16:creationId xmlns:a16="http://schemas.microsoft.com/office/drawing/2014/main" id="{8D3973DE-0B91-4465-A893-5DB8DC0DA797}"/>
              </a:ext>
            </a:extLst>
          </p:cNvPr>
          <p:cNvSpPr>
            <a:spLocks xmlns:a="http://schemas.openxmlformats.org/drawingml/2006/main" noGrp="1"/>
          </p:cNvSpPr>
          <p:nvPr/>
        </p:nvSpPr>
        <p:spPr>
          <a:xfrm xmlns:a="http://schemas.openxmlformats.org/drawingml/2006/main">
            <a:off x="1257300" y="37909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0F172A"/>
                </a:solidFill>
                <a:latin typeface="Inter"/>
                <a:ea typeface="Inter"/>
                <a:cs typeface="Inter"/>
              </a:defRPr>
            </a:defPPr>
            <a:lvl1pPr>
              <a:defRPr sz="2025" b="0">
                <a:solidFill>
                  <a:srgbClr val="0F172A"/>
                </a:solidFill>
                <a:latin typeface="Inter"/>
                <a:ea typeface="Inter"/>
                <a:cs typeface="Inter"/>
              </a:defRPr>
            </a:lvl1pPr>
            <a:lvl2pPr>
              <a:defRPr sz="2025" b="0">
                <a:solidFill>
                  <a:srgbClr val="0F172A"/>
                </a:solidFill>
                <a:latin typeface="Inter"/>
                <a:ea typeface="Inter"/>
                <a:cs typeface="Inter"/>
              </a:defRPr>
            </a:lvl2pPr>
            <a:lvl3pPr>
              <a:defRPr sz="2025" b="0">
                <a:solidFill>
                  <a:srgbClr val="0F172A"/>
                </a:solidFill>
                <a:latin typeface="Inter"/>
                <a:ea typeface="Inter"/>
                <a:cs typeface="Inter"/>
              </a:defRPr>
            </a:lvl3pPr>
            <a:lvl4pPr>
              <a:defRPr sz="2025" b="0">
                <a:solidFill>
                  <a:srgbClr val="0F172A"/>
                </a:solidFill>
                <a:latin typeface="Inter"/>
                <a:ea typeface="Inter"/>
                <a:cs typeface="Inter"/>
              </a:defRPr>
            </a:lvl4pPr>
            <a:lvl5pPr>
              <a:defRPr sz="2025" b="0">
                <a:solidFill>
                  <a:srgbClr val="0F172A"/>
                </a:solidFill>
                <a:latin typeface="Inter"/>
                <a:ea typeface="Inter"/>
                <a:cs typeface="Inter"/>
              </a:defRPr>
            </a:lvl5pPr>
            <a:lvl6pPr>
              <a:defRPr sz="2025" b="0">
                <a:solidFill>
                  <a:srgbClr val="0F172A"/>
                </a:solidFill>
                <a:latin typeface="Inter"/>
                <a:ea typeface="Inter"/>
                <a:cs typeface="Inter"/>
              </a:defRPr>
            </a:lvl6pPr>
            <a:lvl7pPr>
              <a:defRPr sz="2025" b="0">
                <a:solidFill>
                  <a:srgbClr val="0F172A"/>
                </a:solidFill>
                <a:latin typeface="Inter"/>
                <a:ea typeface="Inter"/>
                <a:cs typeface="Inter"/>
              </a:defRPr>
            </a:lvl7pPr>
            <a:lvl8pPr>
              <a:defRPr sz="2025" b="0">
                <a:solidFill>
                  <a:srgbClr val="0F172A"/>
                </a:solidFill>
                <a:latin typeface="Inter"/>
                <a:ea typeface="Inter"/>
                <a:cs typeface="Inter"/>
              </a:defRPr>
            </a:lvl8pPr>
            <a:lvl9pPr>
              <a:defRPr sz="2025" b="0">
                <a:solidFill>
                  <a:srgbClr val="0F172A"/>
                </a:solidFill>
                <a:latin typeface="Inter"/>
                <a:ea typeface="Inter"/>
                <a:cs typeface="Inter"/>
              </a:defRPr>
            </a:lvl9pPr>
          </a:lstStyle>
          <a:p xmlns:a="http://schemas.openxmlformats.org/drawingml/2006/main">
            <a:pPr>
              <a:defRPr sz="2025" b="0">
                <a:solidFill>
                  <a:srgbClr val="0F172A"/>
                </a:solidFill>
                <a:latin typeface="Inter"/>
                <a:ea typeface="Inter"/>
                <a:cs typeface="Inter"/>
              </a:defRPr>
            </a:pPr>
            <a:r>
              <a:rPr sz="2025" b="0">
                <a:solidFill>
                  <a:srgbClr val="0F172A"/>
                </a:solidFill>
                <a:latin typeface="Inter"/>
                <a:ea typeface="Inter"/>
                <a:cs typeface="Inter"/>
              </a:rPr>
              <a:t>Conv1D k=7 / 5 / 3, BatchNorm and ReLU in each block</a:t>
            </a:r>
          </a:p>
        </p:txBody>
      </p:sp>
      <p:sp>
        <p:nvSpPr>
          <p:cNvPr id="23" name="">
            <a:extLst xmlns:a="http://schemas.openxmlformats.org/drawingml/2006/main">
              <a:ext uri="{FF2B5EF4-FFF2-40B4-BE49-F238E27FC236}">
                <a16:creationId xmlns:a16="http://schemas.microsoft.com/office/drawing/2014/main" id="{3A2EC66D-5216-4DB5-A468-7F1FFB16B825}"/>
              </a:ext>
            </a:extLst>
          </p:cNvPr>
          <p:cNvSpPr>
            <a:spLocks xmlns:a="http://schemas.openxmlformats.org/drawingml/2006/main" noGrp="1"/>
          </p:cNvSpPr>
          <p:nvPr/>
        </p:nvSpPr>
        <p:spPr>
          <a:xfrm xmlns:a="http://schemas.openxmlformats.org/drawingml/2006/main">
            <a:off x="1257300" y="4333875"/>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0F172A"/>
                </a:solidFill>
                <a:latin typeface="Inter"/>
                <a:ea typeface="Inter"/>
                <a:cs typeface="Inter"/>
              </a:defRPr>
            </a:defPPr>
            <a:lvl1pPr>
              <a:defRPr sz="1950" b="0">
                <a:solidFill>
                  <a:srgbClr val="0F172A"/>
                </a:solidFill>
                <a:latin typeface="Inter"/>
                <a:ea typeface="Inter"/>
                <a:cs typeface="Inter"/>
              </a:defRPr>
            </a:lvl1pPr>
            <a:lvl2pPr>
              <a:defRPr sz="1950" b="0">
                <a:solidFill>
                  <a:srgbClr val="0F172A"/>
                </a:solidFill>
                <a:latin typeface="Inter"/>
                <a:ea typeface="Inter"/>
                <a:cs typeface="Inter"/>
              </a:defRPr>
            </a:lvl2pPr>
            <a:lvl3pPr>
              <a:defRPr sz="1950" b="0">
                <a:solidFill>
                  <a:srgbClr val="0F172A"/>
                </a:solidFill>
                <a:latin typeface="Inter"/>
                <a:ea typeface="Inter"/>
                <a:cs typeface="Inter"/>
              </a:defRPr>
            </a:lvl3pPr>
            <a:lvl4pPr>
              <a:defRPr sz="1950" b="0">
                <a:solidFill>
                  <a:srgbClr val="0F172A"/>
                </a:solidFill>
                <a:latin typeface="Inter"/>
                <a:ea typeface="Inter"/>
                <a:cs typeface="Inter"/>
              </a:defRPr>
            </a:lvl4pPr>
            <a:lvl5pPr>
              <a:defRPr sz="1950" b="0">
                <a:solidFill>
                  <a:srgbClr val="0F172A"/>
                </a:solidFill>
                <a:latin typeface="Inter"/>
                <a:ea typeface="Inter"/>
                <a:cs typeface="Inter"/>
              </a:defRPr>
            </a:lvl5pPr>
            <a:lvl6pPr>
              <a:defRPr sz="1950" b="0">
                <a:solidFill>
                  <a:srgbClr val="0F172A"/>
                </a:solidFill>
                <a:latin typeface="Inter"/>
                <a:ea typeface="Inter"/>
                <a:cs typeface="Inter"/>
              </a:defRPr>
            </a:lvl6pPr>
            <a:lvl7pPr>
              <a:defRPr sz="1950" b="0">
                <a:solidFill>
                  <a:srgbClr val="0F172A"/>
                </a:solidFill>
                <a:latin typeface="Inter"/>
                <a:ea typeface="Inter"/>
                <a:cs typeface="Inter"/>
              </a:defRPr>
            </a:lvl7pPr>
            <a:lvl8pPr>
              <a:defRPr sz="1950" b="0">
                <a:solidFill>
                  <a:srgbClr val="0F172A"/>
                </a:solidFill>
                <a:latin typeface="Inter"/>
                <a:ea typeface="Inter"/>
                <a:cs typeface="Inter"/>
              </a:defRPr>
            </a:lvl8pPr>
            <a:lvl9pPr>
              <a:defRPr sz="1950" b="0">
                <a:solidFill>
                  <a:srgbClr val="0F172A"/>
                </a:solidFill>
                <a:latin typeface="Inter"/>
                <a:ea typeface="Inter"/>
                <a:cs typeface="Inter"/>
              </a:defRPr>
            </a:lvl9pPr>
          </a:lstStyle>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MaxPool(2) in blocks 1–2     AdaptiveAvgPool1d(1) in block 3</a:t>
            </a:r>
          </a:p>
        </p:txBody>
      </p:sp>
      <p:sp>
        <p:nvSpPr>
          <p:cNvPr id="24" name="">
            <a:extLst xmlns:a="http://schemas.openxmlformats.org/drawingml/2006/main">
              <a:ext uri="{FF2B5EF4-FFF2-40B4-BE49-F238E27FC236}">
                <a16:creationId xmlns:a16="http://schemas.microsoft.com/office/drawing/2014/main" id="{F4E99015-4F23-4D7F-9AAC-80B7CCF6EF19}"/>
              </a:ext>
            </a:extLst>
          </p:cNvPr>
          <p:cNvSpPr>
            <a:spLocks xmlns:a="http://schemas.openxmlformats.org/drawingml/2006/main" noGrp="1"/>
          </p:cNvSpPr>
          <p:nvPr/>
        </p:nvSpPr>
        <p:spPr>
          <a:xfrm xmlns:a="http://schemas.openxmlformats.org/drawingml/2006/main">
            <a:off x="1047750" y="4895850"/>
            <a:ext cx="10239375" cy="952500"/>
          </a:xfrm>
          <a:prstGeom xmlns:a="http://schemas.openxmlformats.org/drawingml/2006/main" prst="roundRect">
            <a:avLst>
              <a:gd name="adj" fmla="val 6000"/>
            </a:avLst>
          </a:prstGeom>
          <a:solidFill xmlns:a="http://schemas.openxmlformats.org/drawingml/2006/main">
            <a:srgbClr val="F8FAFC"/>
          </a:solidFill>
          <a:ln xmlns:a="http://schemas.openxmlformats.org/drawingml/2006/main" w="9525">
            <a:solidFill>
              <a:srgbClr val="E2E8F0"/>
            </a:solidFill>
            <a:prstDash val="solid"/>
          </a:ln>
        </p:spPr>
      </p:sp>
      <p:sp>
        <p:nvSpPr>
          <p:cNvPr id="25" name="">
            <a:extLst xmlns:a="http://schemas.openxmlformats.org/drawingml/2006/main">
              <a:ext uri="{FF2B5EF4-FFF2-40B4-BE49-F238E27FC236}">
                <a16:creationId xmlns:a16="http://schemas.microsoft.com/office/drawing/2014/main" id="{865C6C10-D696-4886-8522-D8A9CF645A51}"/>
              </a:ext>
            </a:extLst>
          </p:cNvPr>
          <p:cNvSpPr>
            <a:spLocks xmlns:a="http://schemas.openxmlformats.org/drawingml/2006/main" noGrp="1"/>
          </p:cNvSpPr>
          <p:nvPr/>
        </p:nvSpPr>
        <p:spPr>
          <a:xfrm xmlns:a="http://schemas.openxmlformats.org/drawingml/2006/main">
            <a:off x="1276350" y="50292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0284C7"/>
                </a:solidFill>
                <a:latin typeface="Manrope"/>
                <a:ea typeface="Manrope"/>
                <a:cs typeface="Manrope"/>
              </a:defRPr>
            </a:defPPr>
            <a:lvl1pPr>
              <a:defRPr sz="1875" b="1">
                <a:solidFill>
                  <a:srgbClr val="0284C7"/>
                </a:solidFill>
                <a:latin typeface="Manrope"/>
                <a:ea typeface="Manrope"/>
                <a:cs typeface="Manrope"/>
              </a:defRPr>
            </a:lvl1pPr>
            <a:lvl2pPr>
              <a:defRPr sz="1875" b="1">
                <a:solidFill>
                  <a:srgbClr val="0284C7"/>
                </a:solidFill>
                <a:latin typeface="Manrope"/>
                <a:ea typeface="Manrope"/>
                <a:cs typeface="Manrope"/>
              </a:defRPr>
            </a:lvl2pPr>
            <a:lvl3pPr>
              <a:defRPr sz="1875" b="1">
                <a:solidFill>
                  <a:srgbClr val="0284C7"/>
                </a:solidFill>
                <a:latin typeface="Manrope"/>
                <a:ea typeface="Manrope"/>
                <a:cs typeface="Manrope"/>
              </a:defRPr>
            </a:lvl3pPr>
            <a:lvl4pPr>
              <a:defRPr sz="1875" b="1">
                <a:solidFill>
                  <a:srgbClr val="0284C7"/>
                </a:solidFill>
                <a:latin typeface="Manrope"/>
                <a:ea typeface="Manrope"/>
                <a:cs typeface="Manrope"/>
              </a:defRPr>
            </a:lvl4pPr>
            <a:lvl5pPr>
              <a:defRPr sz="1875" b="1">
                <a:solidFill>
                  <a:srgbClr val="0284C7"/>
                </a:solidFill>
                <a:latin typeface="Manrope"/>
                <a:ea typeface="Manrope"/>
                <a:cs typeface="Manrope"/>
              </a:defRPr>
            </a:lvl5pPr>
            <a:lvl6pPr>
              <a:defRPr sz="1875" b="1">
                <a:solidFill>
                  <a:srgbClr val="0284C7"/>
                </a:solidFill>
                <a:latin typeface="Manrope"/>
                <a:ea typeface="Manrope"/>
                <a:cs typeface="Manrope"/>
              </a:defRPr>
            </a:lvl6pPr>
            <a:lvl7pPr>
              <a:defRPr sz="1875" b="1">
                <a:solidFill>
                  <a:srgbClr val="0284C7"/>
                </a:solidFill>
                <a:latin typeface="Manrope"/>
                <a:ea typeface="Manrope"/>
                <a:cs typeface="Manrope"/>
              </a:defRPr>
            </a:lvl7pPr>
            <a:lvl8pPr>
              <a:defRPr sz="1875" b="1">
                <a:solidFill>
                  <a:srgbClr val="0284C7"/>
                </a:solidFill>
                <a:latin typeface="Manrope"/>
                <a:ea typeface="Manrope"/>
                <a:cs typeface="Manrope"/>
              </a:defRPr>
            </a:lvl8pPr>
            <a:lvl9pPr>
              <a:defRPr sz="1875" b="1">
                <a:solidFill>
                  <a:srgbClr val="0284C7"/>
                </a:solidFill>
                <a:latin typeface="Manrope"/>
                <a:ea typeface="Manrope"/>
                <a:cs typeface="Manrope"/>
              </a:defRPr>
            </a:lvl9pPr>
          </a:lstStyle>
          <a:p xmlns:a="http://schemas.openxmlformats.org/drawingml/2006/main">
            <a:pPr>
              <a:defRPr sz="1875" b="1">
                <a:solidFill>
                  <a:srgbClr val="0284C7"/>
                </a:solidFill>
                <a:latin typeface="Manrope"/>
                <a:ea typeface="Manrope"/>
                <a:cs typeface="Manrope"/>
              </a:defRPr>
            </a:pPr>
            <a:r>
              <a:rPr sz="1875" b="1">
                <a:solidFill>
                  <a:srgbClr val="0284C7"/>
                </a:solidFill>
                <a:latin typeface="Manrope"/>
                <a:ea typeface="Manrope"/>
                <a:cs typeface="Manrope"/>
              </a:rPr>
              <a:t>Classifier</a:t>
            </a:r>
          </a:p>
        </p:txBody>
      </p:sp>
      <p:sp>
        <p:nvSpPr>
          <p:cNvPr id="26" name="">
            <a:extLst xmlns:a="http://schemas.openxmlformats.org/drawingml/2006/main">
              <a:ext uri="{FF2B5EF4-FFF2-40B4-BE49-F238E27FC236}">
                <a16:creationId xmlns:a16="http://schemas.microsoft.com/office/drawing/2014/main" id="{99F5CC45-AEA9-4DE4-9E89-424453785DD7}"/>
              </a:ext>
            </a:extLst>
          </p:cNvPr>
          <p:cNvSpPr>
            <a:spLocks xmlns:a="http://schemas.openxmlformats.org/drawingml/2006/main" noGrp="1"/>
          </p:cNvSpPr>
          <p:nvPr/>
        </p:nvSpPr>
        <p:spPr>
          <a:xfrm xmlns:a="http://schemas.openxmlformats.org/drawingml/2006/main">
            <a:off x="1276350" y="5467350"/>
            <a:ext cx="9715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0F172A"/>
                </a:solidFill>
                <a:latin typeface="Consolas"/>
                <a:ea typeface="Consolas"/>
                <a:cs typeface="Consolas"/>
              </a:defRPr>
            </a:defPPr>
            <a:lvl1pPr>
              <a:defRPr sz="1800" b="0">
                <a:solidFill>
                  <a:srgbClr val="0F172A"/>
                </a:solidFill>
                <a:latin typeface="Consolas"/>
                <a:ea typeface="Consolas"/>
                <a:cs typeface="Consolas"/>
              </a:defRPr>
            </a:lvl1pPr>
            <a:lvl2pPr>
              <a:defRPr sz="1800" b="0">
                <a:solidFill>
                  <a:srgbClr val="0F172A"/>
                </a:solidFill>
                <a:latin typeface="Consolas"/>
                <a:ea typeface="Consolas"/>
                <a:cs typeface="Consolas"/>
              </a:defRPr>
            </a:lvl2pPr>
            <a:lvl3pPr>
              <a:defRPr sz="1800" b="0">
                <a:solidFill>
                  <a:srgbClr val="0F172A"/>
                </a:solidFill>
                <a:latin typeface="Consolas"/>
                <a:ea typeface="Consolas"/>
                <a:cs typeface="Consolas"/>
              </a:defRPr>
            </a:lvl3pPr>
            <a:lvl4pPr>
              <a:defRPr sz="1800" b="0">
                <a:solidFill>
                  <a:srgbClr val="0F172A"/>
                </a:solidFill>
                <a:latin typeface="Consolas"/>
                <a:ea typeface="Consolas"/>
                <a:cs typeface="Consolas"/>
              </a:defRPr>
            </a:lvl4pPr>
            <a:lvl5pPr>
              <a:defRPr sz="1800" b="0">
                <a:solidFill>
                  <a:srgbClr val="0F172A"/>
                </a:solidFill>
                <a:latin typeface="Consolas"/>
                <a:ea typeface="Consolas"/>
                <a:cs typeface="Consolas"/>
              </a:defRPr>
            </a:lvl5pPr>
            <a:lvl6pPr>
              <a:defRPr sz="1800" b="0">
                <a:solidFill>
                  <a:srgbClr val="0F172A"/>
                </a:solidFill>
                <a:latin typeface="Consolas"/>
                <a:ea typeface="Consolas"/>
                <a:cs typeface="Consolas"/>
              </a:defRPr>
            </a:lvl6pPr>
            <a:lvl7pPr>
              <a:defRPr sz="1800" b="0">
                <a:solidFill>
                  <a:srgbClr val="0F172A"/>
                </a:solidFill>
                <a:latin typeface="Consolas"/>
                <a:ea typeface="Consolas"/>
                <a:cs typeface="Consolas"/>
              </a:defRPr>
            </a:lvl7pPr>
            <a:lvl8pPr>
              <a:defRPr sz="1800" b="0">
                <a:solidFill>
                  <a:srgbClr val="0F172A"/>
                </a:solidFill>
                <a:latin typeface="Consolas"/>
                <a:ea typeface="Consolas"/>
                <a:cs typeface="Consolas"/>
              </a:defRPr>
            </a:lvl8pPr>
            <a:lvl9pPr>
              <a:defRPr sz="1800" b="0">
                <a:solidFill>
                  <a:srgbClr val="0F172A"/>
                </a:solidFill>
                <a:latin typeface="Consolas"/>
                <a:ea typeface="Consolas"/>
                <a:cs typeface="Consolas"/>
              </a:defRPr>
            </a:lvl9pPr>
          </a:lstStyle>
          <a:p xmlns:a="http://schemas.openxmlformats.org/drawingml/2006/main">
            <a:pPr>
              <a:defRPr sz="1800" b="0">
                <a:solidFill>
                  <a:srgbClr val="0F172A"/>
                </a:solidFill>
                <a:latin typeface="Consolas"/>
                <a:ea typeface="Consolas"/>
                <a:cs typeface="Consolas"/>
              </a:defRPr>
            </a:pPr>
            <a:r>
              <a:rPr sz="1800" b="0">
                <a:solidFill>
                  <a:srgbClr val="0F172A"/>
                </a:solidFill>
                <a:latin typeface="Consolas"/>
                <a:ea typeface="Consolas"/>
                <a:cs typeface="Consolas"/>
              </a:rPr>
              <a:t>Flatten     Linear 256→128     ReLU     Dropout 0.3     Linear 128→8</a:t>
            </a:r>
          </a:p>
        </p:txBody>
      </p:sp>
    </p:spTree>
    <p:extLst>
      <p:ext uri="{BB962C8B-B14F-4D97-AF65-F5344CB8AC3E}">
        <p14:creationId xmlns:p14="http://schemas.microsoft.com/office/powerpoint/2010/main" val="149581496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ounded Rectangle 1">
            <a:extLst xmlns:a="http://schemas.openxmlformats.org/drawingml/2006/main">
              <a:ext uri="{FF2B5EF4-FFF2-40B4-BE49-F238E27FC236}">
                <a16:creationId xmlns:a16="http://schemas.microsoft.com/office/drawing/2014/main" id="{092F2228-15A1-42E0-A513-A7D6F291285D}"/>
              </a:ext>
            </a:extLst>
          </p:cNvPr>
          <p:cNvSpPr>
            <a:spLocks xmlns:a="http://schemas.openxmlformats.org/drawingml/2006/main" noGrp="1"/>
          </p:cNvSpPr>
          <p:nvPr/>
        </p:nvSpPr>
        <p:spPr>
          <a:xfrm xmlns:a="http://schemas.openxmlformats.org/drawingml/2006/main">
            <a:off x="731520" y="384048"/>
            <a:ext cx="137160" cy="4434840"/>
          </a:xfrm>
          <a:prstGeom xmlns:a="http://schemas.openxmlformats.org/drawingml/2006/main" prst="roundRect">
            <a:avLst>
              <a:gd name="adj" fmla="val 4000"/>
            </a:avLst>
          </a:prstGeom>
          <a:solidFill xmlns:a="http://schemas.openxmlformats.org/drawingml/2006/main">
            <a:srgbClr val="0284C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ounded Rectangle 2">
            <a:extLst xmlns:a="http://schemas.openxmlformats.org/drawingml/2006/main">
              <a:ext uri="{FF2B5EF4-FFF2-40B4-BE49-F238E27FC236}">
                <a16:creationId xmlns:a16="http://schemas.microsoft.com/office/drawing/2014/main" id="{76335DDC-4954-437F-BAB9-B097AB30C36E}"/>
              </a:ext>
            </a:extLst>
          </p:cNvPr>
          <p:cNvSpPr>
            <a:spLocks xmlns:a="http://schemas.openxmlformats.org/drawingml/2006/main" noGrp="1"/>
          </p:cNvSpPr>
          <p:nvPr/>
        </p:nvSpPr>
        <p:spPr>
          <a:xfrm xmlns:a="http://schemas.openxmlformats.org/drawingml/2006/main">
            <a:off x="1005840" y="384048"/>
            <a:ext cx="2500884" cy="329184"/>
          </a:xfrm>
          <a:prstGeom xmlns:a="http://schemas.openxmlformats.org/drawingml/2006/main" prst="roundRect">
            <a:avLst>
              <a:gd name="adj" fmla="val 4000"/>
            </a:avLst>
          </a:prstGeom>
          <a:solidFill xmlns:a="http://schemas.openxmlformats.org/drawingml/2006/main">
            <a:srgbClr val="256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9274CE2B-DC71-4230-9021-3699463C0907}"/>
              </a:ext>
            </a:extLst>
          </p:cNvPr>
          <p:cNvSpPr>
            <a:spLocks xmlns:a="http://schemas.openxmlformats.org/drawingml/2006/main" noGrp="1"/>
          </p:cNvSpPr>
          <p:nvPr/>
        </p:nvSpPr>
        <p:spPr>
          <a:xfrm xmlns:a="http://schemas.openxmlformats.org/drawingml/2006/main">
            <a:off x="1078992" y="402336"/>
            <a:ext cx="2500884" cy="3017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100" b="1">
                <a:solidFill>
                  <a:srgbClr val="FFFFFF"/>
                </a:solidFill>
                <a:latin typeface="Manrope"/>
                <a:ea typeface="Manrope"/>
                <a:cs typeface="Manrope"/>
              </a:rPr>
              <a:t>03 • IMPLEMENTATION</a:t>
            </a:r>
          </a:p>
        </p:txBody>
      </p:sp>
      <p:sp>
        <p:nvSpPr>
          <p:cNvPr id="5" name="TextBox 4">
            <a:extLst xmlns:a="http://schemas.openxmlformats.org/drawingml/2006/main">
              <a:ext uri="{FF2B5EF4-FFF2-40B4-BE49-F238E27FC236}">
                <a16:creationId xmlns:a16="http://schemas.microsoft.com/office/drawing/2014/main" id="{C3B8036A-0648-4C80-ADAC-FB3ECCCE3043}"/>
              </a:ext>
            </a:extLst>
          </p:cNvPr>
          <p:cNvSpPr>
            <a:spLocks xmlns:a="http://schemas.openxmlformats.org/drawingml/2006/main" noGrp="1"/>
          </p:cNvSpPr>
          <p:nvPr/>
        </p:nvSpPr>
        <p:spPr>
          <a:xfrm xmlns:a="http://schemas.openxmlformats.org/drawingml/2006/main">
            <a:off x="1005840" y="804672"/>
            <a:ext cx="10424160"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3000" b="1">
                <a:solidFill>
                  <a:srgbClr val="0F172A"/>
                </a:solidFill>
                <a:latin typeface="Manrope"/>
                <a:ea typeface="Manrope"/>
                <a:cs typeface="Manrope"/>
              </a:defRPr>
            </a:defPPr>
            <a:lvl1pPr>
              <a:defRPr sz="3000" b="1">
                <a:solidFill>
                  <a:srgbClr val="0F172A"/>
                </a:solidFill>
                <a:latin typeface="Manrope"/>
                <a:ea typeface="Manrope"/>
                <a:cs typeface="Manrope"/>
              </a:defRPr>
            </a:lvl1pPr>
            <a:lvl2pPr>
              <a:defRPr sz="3000" b="1">
                <a:solidFill>
                  <a:srgbClr val="0F172A"/>
                </a:solidFill>
                <a:latin typeface="Manrope"/>
                <a:ea typeface="Manrope"/>
                <a:cs typeface="Manrope"/>
              </a:defRPr>
            </a:lvl2pPr>
            <a:lvl3pPr>
              <a:defRPr sz="3000" b="1">
                <a:solidFill>
                  <a:srgbClr val="0F172A"/>
                </a:solidFill>
                <a:latin typeface="Manrope"/>
                <a:ea typeface="Manrope"/>
                <a:cs typeface="Manrope"/>
              </a:defRPr>
            </a:lvl3pPr>
            <a:lvl4pPr>
              <a:defRPr sz="3000" b="1">
                <a:solidFill>
                  <a:srgbClr val="0F172A"/>
                </a:solidFill>
                <a:latin typeface="Manrope"/>
                <a:ea typeface="Manrope"/>
                <a:cs typeface="Manrope"/>
              </a:defRPr>
            </a:lvl4pPr>
            <a:lvl5pPr>
              <a:defRPr sz="3000" b="1">
                <a:solidFill>
                  <a:srgbClr val="0F172A"/>
                </a:solidFill>
                <a:latin typeface="Manrope"/>
                <a:ea typeface="Manrope"/>
                <a:cs typeface="Manrope"/>
              </a:defRPr>
            </a:lvl5pPr>
            <a:lvl6pPr>
              <a:defRPr sz="3000" b="1">
                <a:solidFill>
                  <a:srgbClr val="0F172A"/>
                </a:solidFill>
                <a:latin typeface="Manrope"/>
                <a:ea typeface="Manrope"/>
                <a:cs typeface="Manrope"/>
              </a:defRPr>
            </a:lvl6pPr>
            <a:lvl7pPr>
              <a:defRPr sz="3000" b="1">
                <a:solidFill>
                  <a:srgbClr val="0F172A"/>
                </a:solidFill>
                <a:latin typeface="Manrope"/>
                <a:ea typeface="Manrope"/>
                <a:cs typeface="Manrope"/>
              </a:defRPr>
            </a:lvl7pPr>
            <a:lvl8pPr>
              <a:defRPr sz="3000" b="1">
                <a:solidFill>
                  <a:srgbClr val="0F172A"/>
                </a:solidFill>
                <a:latin typeface="Manrope"/>
                <a:ea typeface="Manrope"/>
                <a:cs typeface="Manrope"/>
              </a:defRPr>
            </a:lvl8pPr>
            <a:lvl9pPr>
              <a:defRPr sz="3000" b="1">
                <a:solidFill>
                  <a:srgbClr val="0F172A"/>
                </a:solidFill>
                <a:latin typeface="Manrope"/>
                <a:ea typeface="Manrope"/>
                <a:cs typeface="Manrope"/>
              </a:defRPr>
            </a:lvl9pPr>
          </a:lstStyle>
          <a:p xmlns:a="http://schemas.openxmlformats.org/drawingml/2006/main">
            <a:pPr>
              <a:defRPr sz="3000" b="1">
                <a:solidFill>
                  <a:srgbClr val="0F172A"/>
                </a:solidFill>
                <a:latin typeface="Manrope"/>
                <a:ea typeface="Manrope"/>
                <a:cs typeface="Manrope"/>
              </a:defRPr>
            </a:pPr>
            <a:r>
              <a:rPr sz="3000" b="1">
                <a:solidFill>
                  <a:srgbClr val="0F172A"/>
                </a:solidFill>
                <a:latin typeface="Manrope"/>
                <a:ea typeface="Manrope"/>
                <a:cs typeface="Manrope"/>
              </a:rPr>
              <a:t>Training setup and validation</a:t>
            </a:r>
          </a:p>
        </p:txBody>
      </p:sp>
      <p:sp>
        <p:nvSpPr>
          <p:cNvPr id="6" name="TextBox 5">
            <a:extLst xmlns:a="http://schemas.openxmlformats.org/drawingml/2006/main">
              <a:ext uri="{FF2B5EF4-FFF2-40B4-BE49-F238E27FC236}">
                <a16:creationId xmlns:a16="http://schemas.microsoft.com/office/drawing/2014/main" id="{22DF1500-3DC7-42E9-A8C6-A7A4F689365A}"/>
              </a:ext>
            </a:extLst>
          </p:cNvPr>
          <p:cNvSpPr>
            <a:spLocks xmlns:a="http://schemas.openxmlformats.org/drawingml/2006/main" noGrp="1"/>
          </p:cNvSpPr>
          <p:nvPr/>
        </p:nvSpPr>
        <p:spPr>
          <a:xfrm xmlns:a="http://schemas.openxmlformats.org/drawingml/2006/main">
            <a:off x="1005840" y="1389888"/>
            <a:ext cx="4567237" cy="24003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575">
                <a:solidFill>
                  <a:srgbClr val="0F172A"/>
                </a:solidFill>
                <a:latin typeface="Inter"/>
                <a:ea typeface="Inter"/>
                <a:cs typeface="Inter"/>
              </a:defRPr>
            </a:defPPr>
            <a:lvl1pPr>
              <a:defRPr sz="1575">
                <a:solidFill>
                  <a:srgbClr val="0F172A"/>
                </a:solidFill>
                <a:latin typeface="Inter"/>
                <a:ea typeface="Inter"/>
                <a:cs typeface="Inter"/>
              </a:defRPr>
            </a:lvl1pPr>
            <a:lvl2pPr>
              <a:defRPr sz="1575">
                <a:solidFill>
                  <a:srgbClr val="0F172A"/>
                </a:solidFill>
                <a:latin typeface="Inter"/>
                <a:ea typeface="Inter"/>
                <a:cs typeface="Inter"/>
              </a:defRPr>
            </a:lvl2pPr>
            <a:lvl3pPr>
              <a:defRPr sz="1575">
                <a:solidFill>
                  <a:srgbClr val="0F172A"/>
                </a:solidFill>
                <a:latin typeface="Inter"/>
                <a:ea typeface="Inter"/>
                <a:cs typeface="Inter"/>
              </a:defRPr>
            </a:lvl3pPr>
            <a:lvl4pPr>
              <a:defRPr sz="1575">
                <a:solidFill>
                  <a:srgbClr val="0F172A"/>
                </a:solidFill>
                <a:latin typeface="Inter"/>
                <a:ea typeface="Inter"/>
                <a:cs typeface="Inter"/>
              </a:defRPr>
            </a:lvl4pPr>
            <a:lvl5pPr>
              <a:defRPr sz="1575">
                <a:solidFill>
                  <a:srgbClr val="0F172A"/>
                </a:solidFill>
                <a:latin typeface="Inter"/>
                <a:ea typeface="Inter"/>
                <a:cs typeface="Inter"/>
              </a:defRPr>
            </a:lvl5pPr>
            <a:lvl6pPr>
              <a:defRPr sz="1575">
                <a:solidFill>
                  <a:srgbClr val="0F172A"/>
                </a:solidFill>
                <a:latin typeface="Inter"/>
                <a:ea typeface="Inter"/>
                <a:cs typeface="Inter"/>
              </a:defRPr>
            </a:lvl6pPr>
            <a:lvl7pPr>
              <a:defRPr sz="1575">
                <a:solidFill>
                  <a:srgbClr val="0F172A"/>
                </a:solidFill>
                <a:latin typeface="Inter"/>
                <a:ea typeface="Inter"/>
                <a:cs typeface="Inter"/>
              </a:defRPr>
            </a:lvl7pPr>
            <a:lvl8pPr>
              <a:defRPr sz="1575">
                <a:solidFill>
                  <a:srgbClr val="0F172A"/>
                </a:solidFill>
                <a:latin typeface="Inter"/>
                <a:ea typeface="Inter"/>
                <a:cs typeface="Inter"/>
              </a:defRPr>
            </a:lvl8pPr>
            <a:lvl9pPr>
              <a:defRPr sz="1575">
                <a:solidFill>
                  <a:srgbClr val="0F172A"/>
                </a:solidFill>
                <a:latin typeface="Inter"/>
                <a:ea typeface="Inter"/>
                <a:cs typeface="Inter"/>
              </a:defRPr>
            </a:lvl9pPr>
          </a:lstStyle>
          <a:p xmlns:a="http://schemas.openxmlformats.org/drawingml/2006/main">
            <a:pPr>
              <a:defRPr sz="1575">
                <a:solidFill>
                  <a:srgbClr val="0F172A"/>
                </a:solidFill>
                <a:latin typeface="Inter"/>
                <a:ea typeface="Inter"/>
                <a:cs typeface="Inter"/>
              </a:defRPr>
            </a:pPr>
            <a:r>
              <a:rPr sz="1575" b="0">
                <a:solidFill>
                  <a:srgbClr val="0F172A"/>
                </a:solidFill>
                <a:latin typeface="Inter"/>
                <a:ea typeface="Inter"/>
                <a:cs typeface="Inter"/>
              </a:rPr>
              <a:t>25 epochs, batch size 64, Adam learning rate 0.001</a:t>
            </a:r>
          </a:p>
        </p:txBody>
      </p:sp>
      <p:sp>
        <p:nvSpPr>
          <p:cNvPr id="7" name="Rectangle 6">
            <a:extLst xmlns:a="http://schemas.openxmlformats.org/drawingml/2006/main">
              <a:ext uri="{FF2B5EF4-FFF2-40B4-BE49-F238E27FC236}">
                <a16:creationId xmlns:a16="http://schemas.microsoft.com/office/drawing/2014/main" id="{C710AE76-629E-40C7-8804-E4F23321ED8D}"/>
              </a:ext>
            </a:extLst>
          </p:cNvPr>
          <p:cNvSpPr>
            <a:spLocks xmlns:a="http://schemas.openxmlformats.org/drawingml/2006/main" noGrp="1"/>
          </p:cNvSpPr>
          <p:nvPr/>
        </p:nvSpPr>
        <p:spPr>
          <a:xfrm xmlns:a="http://schemas.openxmlformats.org/drawingml/2006/main">
            <a:off x="731520" y="6035040"/>
            <a:ext cx="10725912" cy="9144"/>
          </a:xfrm>
          <a:prstGeom xmlns:a="http://schemas.openxmlformats.org/drawingml/2006/main" prst="rect">
            <a:avLst/>
          </a:prstGeom>
          <a:solidFill xmlns:a="http://schemas.openxmlformats.org/drawingml/2006/main">
            <a:srgbClr val="E2E8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5D9AB894-7F6B-473A-9C12-C4E62FD25362}"/>
              </a:ext>
            </a:extLst>
          </p:cNvPr>
          <p:cNvSpPr>
            <a:spLocks xmlns:a="http://schemas.openxmlformats.org/drawingml/2006/main" noGrp="1"/>
          </p:cNvSpPr>
          <p:nvPr/>
        </p:nvSpPr>
        <p:spPr>
          <a:xfrm xmlns:a="http://schemas.openxmlformats.org/drawingml/2006/main">
            <a:off x="731520" y="6144768"/>
            <a:ext cx="7772400" cy="3200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900" b="0">
                <a:solidFill>
                  <a:srgbClr val="94A3B8"/>
                </a:solidFill>
                <a:latin typeface="Inter"/>
                <a:ea typeface="Inter"/>
                <a:cs typeface="Inter"/>
              </a:rPr>
              <a:t>EE136: Machine Learning for Wireless Communications | Topic 4 Capstone Defense</a:t>
            </a:r>
          </a:p>
        </p:txBody>
      </p:sp>
      <p:sp>
        <p:nvSpPr>
          <p:cNvPr id="9" name="TextBox 8">
            <a:extLst xmlns:a="http://schemas.openxmlformats.org/drawingml/2006/main">
              <a:ext uri="{FF2B5EF4-FFF2-40B4-BE49-F238E27FC236}">
                <a16:creationId xmlns:a16="http://schemas.microsoft.com/office/drawing/2014/main" id="{54FAD86D-713F-4FCE-A47D-FC9D6592F38B}"/>
              </a:ext>
            </a:extLst>
          </p:cNvPr>
          <p:cNvSpPr>
            <a:spLocks xmlns:a="http://schemas.openxmlformats.org/drawingml/2006/main" noGrp="1"/>
          </p:cNvSpPr>
          <p:nvPr/>
        </p:nvSpPr>
        <p:spPr>
          <a:xfrm xmlns:a="http://schemas.openxmlformats.org/drawingml/2006/main">
            <a:off x="9601200" y="6144768"/>
            <a:ext cx="817880" cy="2286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900" b="0">
                <a:solidFill>
                  <a:srgbClr val="94A3B8"/>
                </a:solidFill>
                <a:latin typeface="Inter"/>
                <a:ea typeface="Inter"/>
                <a:cs typeface="Inter"/>
              </a:rPr>
              <a:t>Slide 7 of 14</a:t>
            </a:r>
          </a:p>
        </p:txBody>
      </p:sp>
      <p:sp>
        <p:nvSpPr>
          <p:cNvPr id="10" name="">
            <a:extLst xmlns:a="http://schemas.openxmlformats.org/drawingml/2006/main">
              <a:ext uri="{FF2B5EF4-FFF2-40B4-BE49-F238E27FC236}">
                <a16:creationId xmlns:a16="http://schemas.microsoft.com/office/drawing/2014/main" id="{B1A70FD9-BB68-4EA5-80AC-F6579C9F2964}"/>
              </a:ext>
            </a:extLst>
          </p:cNvPr>
          <p:cNvSpPr>
            <a:spLocks xmlns:a="http://schemas.openxmlformats.org/drawingml/2006/main" noGrp="1"/>
          </p:cNvSpPr>
          <p:nvPr/>
        </p:nvSpPr>
        <p:spPr>
          <a:xfrm xmlns:a="http://schemas.openxmlformats.org/drawingml/2006/main">
            <a:off x="1047750" y="1952625"/>
            <a:ext cx="4857750" cy="2857500"/>
          </a:xfrm>
          <a:prstGeom xmlns:a="http://schemas.openxmlformats.org/drawingml/2006/main" prst="roundRect">
            <a:avLst>
              <a:gd name="adj" fmla="val 2000"/>
            </a:avLst>
          </a:prstGeom>
          <a:solidFill xmlns:a="http://schemas.openxmlformats.org/drawingml/2006/main">
            <a:srgbClr val="F8FAFC"/>
          </a:solidFill>
          <a:ln xmlns:a="http://schemas.openxmlformats.org/drawingml/2006/main" w="9525">
            <a:solidFill>
              <a:srgbClr val="E2E8F0"/>
            </a:solidFill>
            <a:prstDash val="solid"/>
          </a:ln>
        </p:spPr>
      </p:sp>
      <p:sp>
        <p:nvSpPr>
          <p:cNvPr id="11" name="">
            <a:extLst xmlns:a="http://schemas.openxmlformats.org/drawingml/2006/main">
              <a:ext uri="{FF2B5EF4-FFF2-40B4-BE49-F238E27FC236}">
                <a16:creationId xmlns:a16="http://schemas.microsoft.com/office/drawing/2014/main" id="{0D553414-6B50-40CA-8B5D-A8EF4AC17733}"/>
              </a:ext>
            </a:extLst>
          </p:cNvPr>
          <p:cNvSpPr>
            <a:spLocks xmlns:a="http://schemas.openxmlformats.org/drawingml/2006/main" noGrp="1"/>
          </p:cNvSpPr>
          <p:nvPr/>
        </p:nvSpPr>
        <p:spPr>
          <a:xfrm xmlns:a="http://schemas.openxmlformats.org/drawingml/2006/main">
            <a:off x="1276350" y="2143125"/>
            <a:ext cx="4400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284C7"/>
                </a:solidFill>
                <a:latin typeface="Manrope"/>
                <a:ea typeface="Manrope"/>
                <a:cs typeface="Manrope"/>
              </a:defRPr>
            </a:defPPr>
            <a:lvl1pPr>
              <a:defRPr sz="2025" b="1">
                <a:solidFill>
                  <a:srgbClr val="0284C7"/>
                </a:solidFill>
                <a:latin typeface="Manrope"/>
                <a:ea typeface="Manrope"/>
                <a:cs typeface="Manrope"/>
              </a:defRPr>
            </a:lvl1pPr>
            <a:lvl2pPr>
              <a:defRPr sz="2025" b="1">
                <a:solidFill>
                  <a:srgbClr val="0284C7"/>
                </a:solidFill>
                <a:latin typeface="Manrope"/>
                <a:ea typeface="Manrope"/>
                <a:cs typeface="Manrope"/>
              </a:defRPr>
            </a:lvl2pPr>
            <a:lvl3pPr>
              <a:defRPr sz="2025" b="1">
                <a:solidFill>
                  <a:srgbClr val="0284C7"/>
                </a:solidFill>
                <a:latin typeface="Manrope"/>
                <a:ea typeface="Manrope"/>
                <a:cs typeface="Manrope"/>
              </a:defRPr>
            </a:lvl3pPr>
            <a:lvl4pPr>
              <a:defRPr sz="2025" b="1">
                <a:solidFill>
                  <a:srgbClr val="0284C7"/>
                </a:solidFill>
                <a:latin typeface="Manrope"/>
                <a:ea typeface="Manrope"/>
                <a:cs typeface="Manrope"/>
              </a:defRPr>
            </a:lvl4pPr>
            <a:lvl5pPr>
              <a:defRPr sz="2025" b="1">
                <a:solidFill>
                  <a:srgbClr val="0284C7"/>
                </a:solidFill>
                <a:latin typeface="Manrope"/>
                <a:ea typeface="Manrope"/>
                <a:cs typeface="Manrope"/>
              </a:defRPr>
            </a:lvl5pPr>
            <a:lvl6pPr>
              <a:defRPr sz="2025" b="1">
                <a:solidFill>
                  <a:srgbClr val="0284C7"/>
                </a:solidFill>
                <a:latin typeface="Manrope"/>
                <a:ea typeface="Manrope"/>
                <a:cs typeface="Manrope"/>
              </a:defRPr>
            </a:lvl6pPr>
            <a:lvl7pPr>
              <a:defRPr sz="2025" b="1">
                <a:solidFill>
                  <a:srgbClr val="0284C7"/>
                </a:solidFill>
                <a:latin typeface="Manrope"/>
                <a:ea typeface="Manrope"/>
                <a:cs typeface="Manrope"/>
              </a:defRPr>
            </a:lvl7pPr>
            <a:lvl8pPr>
              <a:defRPr sz="2025" b="1">
                <a:solidFill>
                  <a:srgbClr val="0284C7"/>
                </a:solidFill>
                <a:latin typeface="Manrope"/>
                <a:ea typeface="Manrope"/>
                <a:cs typeface="Manrope"/>
              </a:defRPr>
            </a:lvl8pPr>
            <a:lvl9pPr>
              <a:defRPr sz="2025" b="1">
                <a:solidFill>
                  <a:srgbClr val="0284C7"/>
                </a:solidFill>
                <a:latin typeface="Manrope"/>
                <a:ea typeface="Manrope"/>
                <a:cs typeface="Manrope"/>
              </a:defRPr>
            </a:lvl9pPr>
          </a:lstStyle>
          <a:p xmlns:a="http://schemas.openxmlformats.org/drawingml/2006/main">
            <a:pPr>
              <a:defRPr sz="2025" b="1">
                <a:solidFill>
                  <a:srgbClr val="0284C7"/>
                </a:solidFill>
                <a:latin typeface="Manrope"/>
                <a:ea typeface="Manrope"/>
                <a:cs typeface="Manrope"/>
              </a:defRPr>
            </a:pPr>
            <a:r>
              <a:rPr sz="2025" b="1">
                <a:solidFill>
                  <a:srgbClr val="0284C7"/>
                </a:solidFill>
                <a:latin typeface="Manrope"/>
                <a:ea typeface="Manrope"/>
                <a:cs typeface="Manrope"/>
              </a:rPr>
              <a:t>Shared training settings</a:t>
            </a:r>
          </a:p>
        </p:txBody>
      </p:sp>
      <p:sp>
        <p:nvSpPr>
          <p:cNvPr id="12" name="">
            <a:extLst xmlns:a="http://schemas.openxmlformats.org/drawingml/2006/main">
              <a:ext uri="{FF2B5EF4-FFF2-40B4-BE49-F238E27FC236}">
                <a16:creationId xmlns:a16="http://schemas.microsoft.com/office/drawing/2014/main" id="{92ED6B37-552D-4543-9C40-DE2223471EEA}"/>
              </a:ext>
            </a:extLst>
          </p:cNvPr>
          <p:cNvSpPr>
            <a:spLocks xmlns:a="http://schemas.openxmlformats.org/drawingml/2006/main" noGrp="1"/>
          </p:cNvSpPr>
          <p:nvPr/>
        </p:nvSpPr>
        <p:spPr>
          <a:xfrm xmlns:a="http://schemas.openxmlformats.org/drawingml/2006/main">
            <a:off x="1276350" y="2695575"/>
            <a:ext cx="440055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0F172A"/>
                </a:solidFill>
                <a:latin typeface="Inter"/>
                <a:ea typeface="Inter"/>
                <a:cs typeface="Inter"/>
              </a:defRPr>
            </a:defPPr>
            <a:lvl1pPr>
              <a:defRPr sz="1950" b="0">
                <a:solidFill>
                  <a:srgbClr val="0F172A"/>
                </a:solidFill>
                <a:latin typeface="Inter"/>
                <a:ea typeface="Inter"/>
                <a:cs typeface="Inter"/>
              </a:defRPr>
            </a:lvl1pPr>
            <a:lvl2pPr>
              <a:defRPr sz="1950" b="0">
                <a:solidFill>
                  <a:srgbClr val="0F172A"/>
                </a:solidFill>
                <a:latin typeface="Inter"/>
                <a:ea typeface="Inter"/>
                <a:cs typeface="Inter"/>
              </a:defRPr>
            </a:lvl2pPr>
            <a:lvl3pPr>
              <a:defRPr sz="1950" b="0">
                <a:solidFill>
                  <a:srgbClr val="0F172A"/>
                </a:solidFill>
                <a:latin typeface="Inter"/>
                <a:ea typeface="Inter"/>
                <a:cs typeface="Inter"/>
              </a:defRPr>
            </a:lvl3pPr>
            <a:lvl4pPr>
              <a:defRPr sz="1950" b="0">
                <a:solidFill>
                  <a:srgbClr val="0F172A"/>
                </a:solidFill>
                <a:latin typeface="Inter"/>
                <a:ea typeface="Inter"/>
                <a:cs typeface="Inter"/>
              </a:defRPr>
            </a:lvl4pPr>
            <a:lvl5pPr>
              <a:defRPr sz="1950" b="0">
                <a:solidFill>
                  <a:srgbClr val="0F172A"/>
                </a:solidFill>
                <a:latin typeface="Inter"/>
                <a:ea typeface="Inter"/>
                <a:cs typeface="Inter"/>
              </a:defRPr>
            </a:lvl5pPr>
            <a:lvl6pPr>
              <a:defRPr sz="1950" b="0">
                <a:solidFill>
                  <a:srgbClr val="0F172A"/>
                </a:solidFill>
                <a:latin typeface="Inter"/>
                <a:ea typeface="Inter"/>
                <a:cs typeface="Inter"/>
              </a:defRPr>
            </a:lvl6pPr>
            <a:lvl7pPr>
              <a:defRPr sz="1950" b="0">
                <a:solidFill>
                  <a:srgbClr val="0F172A"/>
                </a:solidFill>
                <a:latin typeface="Inter"/>
                <a:ea typeface="Inter"/>
                <a:cs typeface="Inter"/>
              </a:defRPr>
            </a:lvl7pPr>
            <a:lvl8pPr>
              <a:defRPr sz="1950" b="0">
                <a:solidFill>
                  <a:srgbClr val="0F172A"/>
                </a:solidFill>
                <a:latin typeface="Inter"/>
                <a:ea typeface="Inter"/>
                <a:cs typeface="Inter"/>
              </a:defRPr>
            </a:lvl8pPr>
            <a:lvl9pPr>
              <a:defRPr sz="1950" b="0">
                <a:solidFill>
                  <a:srgbClr val="0F172A"/>
                </a:solidFill>
                <a:latin typeface="Inter"/>
                <a:ea typeface="Inter"/>
                <a:cs typeface="Inter"/>
              </a:defRPr>
            </a:lvl9pPr>
          </a:lstStyle>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Cross-entropy loss</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Adam, lr = 0.001</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CosineAnnealingLR</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Best validation accuracy checkpoint</a:t>
            </a:r>
          </a:p>
        </p:txBody>
      </p:sp>
      <p:sp>
        <p:nvSpPr>
          <p:cNvPr id="13" name="">
            <a:extLst xmlns:a="http://schemas.openxmlformats.org/drawingml/2006/main">
              <a:ext uri="{FF2B5EF4-FFF2-40B4-BE49-F238E27FC236}">
                <a16:creationId xmlns:a16="http://schemas.microsoft.com/office/drawing/2014/main" id="{CD25804E-679D-4E9B-8E5C-EE4D4CC2EB76}"/>
              </a:ext>
            </a:extLst>
          </p:cNvPr>
          <p:cNvSpPr>
            <a:spLocks xmlns:a="http://schemas.openxmlformats.org/drawingml/2006/main" noGrp="1"/>
          </p:cNvSpPr>
          <p:nvPr/>
        </p:nvSpPr>
        <p:spPr>
          <a:xfrm xmlns:a="http://schemas.openxmlformats.org/drawingml/2006/main">
            <a:off x="6191250" y="1952625"/>
            <a:ext cx="5095875" cy="2857500"/>
          </a:xfrm>
          <a:prstGeom xmlns:a="http://schemas.openxmlformats.org/drawingml/2006/main" prst="roundRect">
            <a:avLst>
              <a:gd name="adj" fmla="val 2000"/>
            </a:avLst>
          </a:prstGeom>
          <a:solidFill xmlns:a="http://schemas.openxmlformats.org/drawingml/2006/main">
            <a:srgbClr val="F8FAFC"/>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9B1C6126-D92E-4C1A-9188-42995F5FF1E0}"/>
              </a:ext>
            </a:extLst>
          </p:cNvPr>
          <p:cNvSpPr>
            <a:spLocks xmlns:a="http://schemas.openxmlformats.org/drawingml/2006/main" noGrp="1"/>
          </p:cNvSpPr>
          <p:nvPr/>
        </p:nvSpPr>
        <p:spPr>
          <a:xfrm xmlns:a="http://schemas.openxmlformats.org/drawingml/2006/main">
            <a:off x="6419850" y="2143125"/>
            <a:ext cx="46386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284C7"/>
                </a:solidFill>
                <a:latin typeface="Manrope"/>
                <a:ea typeface="Manrope"/>
                <a:cs typeface="Manrope"/>
              </a:defRPr>
            </a:defPPr>
            <a:lvl1pPr>
              <a:defRPr sz="2025" b="1">
                <a:solidFill>
                  <a:srgbClr val="0284C7"/>
                </a:solidFill>
                <a:latin typeface="Manrope"/>
                <a:ea typeface="Manrope"/>
                <a:cs typeface="Manrope"/>
              </a:defRPr>
            </a:lvl1pPr>
            <a:lvl2pPr>
              <a:defRPr sz="2025" b="1">
                <a:solidFill>
                  <a:srgbClr val="0284C7"/>
                </a:solidFill>
                <a:latin typeface="Manrope"/>
                <a:ea typeface="Manrope"/>
                <a:cs typeface="Manrope"/>
              </a:defRPr>
            </a:lvl2pPr>
            <a:lvl3pPr>
              <a:defRPr sz="2025" b="1">
                <a:solidFill>
                  <a:srgbClr val="0284C7"/>
                </a:solidFill>
                <a:latin typeface="Manrope"/>
                <a:ea typeface="Manrope"/>
                <a:cs typeface="Manrope"/>
              </a:defRPr>
            </a:lvl3pPr>
            <a:lvl4pPr>
              <a:defRPr sz="2025" b="1">
                <a:solidFill>
                  <a:srgbClr val="0284C7"/>
                </a:solidFill>
                <a:latin typeface="Manrope"/>
                <a:ea typeface="Manrope"/>
                <a:cs typeface="Manrope"/>
              </a:defRPr>
            </a:lvl4pPr>
            <a:lvl5pPr>
              <a:defRPr sz="2025" b="1">
                <a:solidFill>
                  <a:srgbClr val="0284C7"/>
                </a:solidFill>
                <a:latin typeface="Manrope"/>
                <a:ea typeface="Manrope"/>
                <a:cs typeface="Manrope"/>
              </a:defRPr>
            </a:lvl5pPr>
            <a:lvl6pPr>
              <a:defRPr sz="2025" b="1">
                <a:solidFill>
                  <a:srgbClr val="0284C7"/>
                </a:solidFill>
                <a:latin typeface="Manrope"/>
                <a:ea typeface="Manrope"/>
                <a:cs typeface="Manrope"/>
              </a:defRPr>
            </a:lvl6pPr>
            <a:lvl7pPr>
              <a:defRPr sz="2025" b="1">
                <a:solidFill>
                  <a:srgbClr val="0284C7"/>
                </a:solidFill>
                <a:latin typeface="Manrope"/>
                <a:ea typeface="Manrope"/>
                <a:cs typeface="Manrope"/>
              </a:defRPr>
            </a:lvl7pPr>
            <a:lvl8pPr>
              <a:defRPr sz="2025" b="1">
                <a:solidFill>
                  <a:srgbClr val="0284C7"/>
                </a:solidFill>
                <a:latin typeface="Manrope"/>
                <a:ea typeface="Manrope"/>
                <a:cs typeface="Manrope"/>
              </a:defRPr>
            </a:lvl8pPr>
            <a:lvl9pPr>
              <a:defRPr sz="2025" b="1">
                <a:solidFill>
                  <a:srgbClr val="0284C7"/>
                </a:solidFill>
                <a:latin typeface="Manrope"/>
                <a:ea typeface="Manrope"/>
                <a:cs typeface="Manrope"/>
              </a:defRPr>
            </a:lvl9pPr>
          </a:lstStyle>
          <a:p xmlns:a="http://schemas.openxmlformats.org/drawingml/2006/main">
            <a:pPr>
              <a:defRPr sz="2025" b="1">
                <a:solidFill>
                  <a:srgbClr val="0284C7"/>
                </a:solidFill>
                <a:latin typeface="Manrope"/>
                <a:ea typeface="Manrope"/>
                <a:cs typeface="Manrope"/>
              </a:defRPr>
            </a:pPr>
            <a:r>
              <a:rPr sz="2025" b="1">
                <a:solidFill>
                  <a:srgbClr val="0284C7"/>
                </a:solidFill>
                <a:latin typeface="Manrope"/>
                <a:ea typeface="Manrope"/>
                <a:cs typeface="Manrope"/>
              </a:rPr>
              <a:t>Reported validation result</a:t>
            </a:r>
          </a:p>
        </p:txBody>
      </p:sp>
      <p:sp>
        <p:nvSpPr>
          <p:cNvPr id="15" name="">
            <a:extLst xmlns:a="http://schemas.openxmlformats.org/drawingml/2006/main">
              <a:ext uri="{FF2B5EF4-FFF2-40B4-BE49-F238E27FC236}">
                <a16:creationId xmlns:a16="http://schemas.microsoft.com/office/drawing/2014/main" id="{065CA36D-03CE-45CF-AC8B-411B1AD717AB}"/>
              </a:ext>
            </a:extLst>
          </p:cNvPr>
          <p:cNvSpPr>
            <a:spLocks xmlns:a="http://schemas.openxmlformats.org/drawingml/2006/main" noGrp="1"/>
          </p:cNvSpPr>
          <p:nvPr/>
        </p:nvSpPr>
        <p:spPr>
          <a:xfrm xmlns:a="http://schemas.openxmlformats.org/drawingml/2006/main">
            <a:off x="6419850" y="2695575"/>
            <a:ext cx="4638675"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0F172A"/>
                </a:solidFill>
                <a:latin typeface="Inter"/>
                <a:ea typeface="Inter"/>
                <a:cs typeface="Inter"/>
              </a:defRPr>
            </a:defPPr>
            <a:lvl1pPr>
              <a:defRPr sz="1950" b="0">
                <a:solidFill>
                  <a:srgbClr val="0F172A"/>
                </a:solidFill>
                <a:latin typeface="Inter"/>
                <a:ea typeface="Inter"/>
                <a:cs typeface="Inter"/>
              </a:defRPr>
            </a:lvl1pPr>
            <a:lvl2pPr>
              <a:defRPr sz="1950" b="0">
                <a:solidFill>
                  <a:srgbClr val="0F172A"/>
                </a:solidFill>
                <a:latin typeface="Inter"/>
                <a:ea typeface="Inter"/>
                <a:cs typeface="Inter"/>
              </a:defRPr>
            </a:lvl2pPr>
            <a:lvl3pPr>
              <a:defRPr sz="1950" b="0">
                <a:solidFill>
                  <a:srgbClr val="0F172A"/>
                </a:solidFill>
                <a:latin typeface="Inter"/>
                <a:ea typeface="Inter"/>
                <a:cs typeface="Inter"/>
              </a:defRPr>
            </a:lvl3pPr>
            <a:lvl4pPr>
              <a:defRPr sz="1950" b="0">
                <a:solidFill>
                  <a:srgbClr val="0F172A"/>
                </a:solidFill>
                <a:latin typeface="Inter"/>
                <a:ea typeface="Inter"/>
                <a:cs typeface="Inter"/>
              </a:defRPr>
            </a:lvl4pPr>
            <a:lvl5pPr>
              <a:defRPr sz="1950" b="0">
                <a:solidFill>
                  <a:srgbClr val="0F172A"/>
                </a:solidFill>
                <a:latin typeface="Inter"/>
                <a:ea typeface="Inter"/>
                <a:cs typeface="Inter"/>
              </a:defRPr>
            </a:lvl5pPr>
            <a:lvl6pPr>
              <a:defRPr sz="1950" b="0">
                <a:solidFill>
                  <a:srgbClr val="0F172A"/>
                </a:solidFill>
                <a:latin typeface="Inter"/>
                <a:ea typeface="Inter"/>
                <a:cs typeface="Inter"/>
              </a:defRPr>
            </a:lvl6pPr>
            <a:lvl7pPr>
              <a:defRPr sz="1950" b="0">
                <a:solidFill>
                  <a:srgbClr val="0F172A"/>
                </a:solidFill>
                <a:latin typeface="Inter"/>
                <a:ea typeface="Inter"/>
                <a:cs typeface="Inter"/>
              </a:defRPr>
            </a:lvl7pPr>
            <a:lvl8pPr>
              <a:defRPr sz="1950" b="0">
                <a:solidFill>
                  <a:srgbClr val="0F172A"/>
                </a:solidFill>
                <a:latin typeface="Inter"/>
                <a:ea typeface="Inter"/>
                <a:cs typeface="Inter"/>
              </a:defRPr>
            </a:lvl8pPr>
            <a:lvl9pPr>
              <a:defRPr sz="1950" b="0">
                <a:solidFill>
                  <a:srgbClr val="0F172A"/>
                </a:solidFill>
                <a:latin typeface="Inter"/>
                <a:ea typeface="Inter"/>
                <a:cs typeface="Inter"/>
              </a:defRPr>
            </a:lvl9pPr>
          </a:lstStyle>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Baseline accuracy       65.33%</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Augmented accuracy    66.07%</a:t>
            </a:r>
          </a:p>
          <a:p xmlns:a="http://schemas.openxmlformats.org/drawingml/2006/main">
            <a:r>
              <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Loss: 0.8757 vs 0.7670</a:t>
            </a:r>
          </a:p>
        </p:txBody>
      </p:sp>
      <p:sp>
        <p:nvSpPr>
          <p:cNvPr id="16" name="">
            <a:extLst xmlns:a="http://schemas.openxmlformats.org/drawingml/2006/main">
              <a:ext uri="{FF2B5EF4-FFF2-40B4-BE49-F238E27FC236}">
                <a16:creationId xmlns:a16="http://schemas.microsoft.com/office/drawing/2014/main" id="{674F6108-24A9-44E4-A368-D39B722BB5C3}"/>
              </a:ext>
            </a:extLst>
          </p:cNvPr>
          <p:cNvSpPr>
            <a:spLocks xmlns:a="http://schemas.openxmlformats.org/drawingml/2006/main" noGrp="1"/>
          </p:cNvSpPr>
          <p:nvPr/>
        </p:nvSpPr>
        <p:spPr>
          <a:xfrm xmlns:a="http://schemas.openxmlformats.org/drawingml/2006/main">
            <a:off x="1285875" y="5219700"/>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284C7"/>
                </a:solidFill>
                <a:latin typeface="Inter"/>
                <a:ea typeface="Inter"/>
                <a:cs typeface="Inter"/>
              </a:defRPr>
            </a:defPPr>
            <a:lvl1pPr>
              <a:defRPr sz="1950" b="1">
                <a:solidFill>
                  <a:srgbClr val="0284C7"/>
                </a:solidFill>
                <a:latin typeface="Inter"/>
                <a:ea typeface="Inter"/>
                <a:cs typeface="Inter"/>
              </a:defRPr>
            </a:lvl1pPr>
            <a:lvl2pPr>
              <a:defRPr sz="1950" b="1">
                <a:solidFill>
                  <a:srgbClr val="0284C7"/>
                </a:solidFill>
                <a:latin typeface="Inter"/>
                <a:ea typeface="Inter"/>
                <a:cs typeface="Inter"/>
              </a:defRPr>
            </a:lvl2pPr>
            <a:lvl3pPr>
              <a:defRPr sz="1950" b="1">
                <a:solidFill>
                  <a:srgbClr val="0284C7"/>
                </a:solidFill>
                <a:latin typeface="Inter"/>
                <a:ea typeface="Inter"/>
                <a:cs typeface="Inter"/>
              </a:defRPr>
            </a:lvl3pPr>
            <a:lvl4pPr>
              <a:defRPr sz="1950" b="1">
                <a:solidFill>
                  <a:srgbClr val="0284C7"/>
                </a:solidFill>
                <a:latin typeface="Inter"/>
                <a:ea typeface="Inter"/>
                <a:cs typeface="Inter"/>
              </a:defRPr>
            </a:lvl4pPr>
            <a:lvl5pPr>
              <a:defRPr sz="1950" b="1">
                <a:solidFill>
                  <a:srgbClr val="0284C7"/>
                </a:solidFill>
                <a:latin typeface="Inter"/>
                <a:ea typeface="Inter"/>
                <a:cs typeface="Inter"/>
              </a:defRPr>
            </a:lvl5pPr>
            <a:lvl6pPr>
              <a:defRPr sz="1950" b="1">
                <a:solidFill>
                  <a:srgbClr val="0284C7"/>
                </a:solidFill>
                <a:latin typeface="Inter"/>
                <a:ea typeface="Inter"/>
                <a:cs typeface="Inter"/>
              </a:defRPr>
            </a:lvl6pPr>
            <a:lvl7pPr>
              <a:defRPr sz="1950" b="1">
                <a:solidFill>
                  <a:srgbClr val="0284C7"/>
                </a:solidFill>
                <a:latin typeface="Inter"/>
                <a:ea typeface="Inter"/>
                <a:cs typeface="Inter"/>
              </a:defRPr>
            </a:lvl7pPr>
            <a:lvl8pPr>
              <a:defRPr sz="1950" b="1">
                <a:solidFill>
                  <a:srgbClr val="0284C7"/>
                </a:solidFill>
                <a:latin typeface="Inter"/>
                <a:ea typeface="Inter"/>
                <a:cs typeface="Inter"/>
              </a:defRPr>
            </a:lvl8pPr>
            <a:lvl9pPr>
              <a:defRPr sz="1950" b="1">
                <a:solidFill>
                  <a:srgbClr val="0284C7"/>
                </a:solidFill>
                <a:latin typeface="Inter"/>
                <a:ea typeface="Inter"/>
                <a:cs typeface="Inter"/>
              </a:defRPr>
            </a:lvl9pPr>
          </a:lstStyle>
          <a:p xmlns:a="http://schemas.openxmlformats.org/drawingml/2006/main">
            <a:pPr>
              <a:defRPr sz="1950" b="1">
                <a:solidFill>
                  <a:srgbClr val="0284C7"/>
                </a:solidFill>
                <a:latin typeface="Inter"/>
                <a:ea typeface="Inter"/>
                <a:cs typeface="Inter"/>
              </a:defRPr>
            </a:pPr>
            <a:r>
              <a:rPr sz="1950" b="1">
                <a:solidFill>
                  <a:srgbClr val="0284C7"/>
                </a:solidFill>
                <a:latin typeface="Inter"/>
                <a:ea typeface="Inter"/>
                <a:cs typeface="Inter"/>
              </a:rPr>
              <a:t>Loss curves: epoch history is absent from the repository.</a:t>
            </a:r>
          </a:p>
        </p:txBody>
      </p:sp>
      <p:sp>
        <p:nvSpPr>
          <p:cNvPr id="17" name="">
            <a:extLst xmlns:a="http://schemas.openxmlformats.org/drawingml/2006/main">
              <a:ext uri="{FF2B5EF4-FFF2-40B4-BE49-F238E27FC236}">
                <a16:creationId xmlns:a16="http://schemas.microsoft.com/office/drawing/2014/main" id="{2019950A-B5A5-4863-8C2D-420F974B47E3}"/>
              </a:ext>
            </a:extLst>
          </p:cNvPr>
          <p:cNvSpPr>
            <a:spLocks xmlns:a="http://schemas.openxmlformats.org/drawingml/2006/main" noGrp="1"/>
          </p:cNvSpPr>
          <p:nvPr/>
        </p:nvSpPr>
        <p:spPr>
          <a:xfrm xmlns:a="http://schemas.openxmlformats.org/drawingml/2006/main">
            <a:off x="1285875" y="5667375"/>
            <a:ext cx="981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0F172A"/>
                </a:solidFill>
                <a:latin typeface="Inter"/>
                <a:ea typeface="Inter"/>
                <a:cs typeface="Inter"/>
              </a:defRPr>
            </a:defPPr>
            <a:lvl1pPr>
              <a:defRPr sz="1500" b="0">
                <a:solidFill>
                  <a:srgbClr val="0F172A"/>
                </a:solidFill>
                <a:latin typeface="Inter"/>
                <a:ea typeface="Inter"/>
                <a:cs typeface="Inter"/>
              </a:defRPr>
            </a:lvl1pPr>
            <a:lvl2pPr>
              <a:defRPr sz="1500" b="0">
                <a:solidFill>
                  <a:srgbClr val="0F172A"/>
                </a:solidFill>
                <a:latin typeface="Inter"/>
                <a:ea typeface="Inter"/>
                <a:cs typeface="Inter"/>
              </a:defRPr>
            </a:lvl2pPr>
            <a:lvl3pPr>
              <a:defRPr sz="1500" b="0">
                <a:solidFill>
                  <a:srgbClr val="0F172A"/>
                </a:solidFill>
                <a:latin typeface="Inter"/>
                <a:ea typeface="Inter"/>
                <a:cs typeface="Inter"/>
              </a:defRPr>
            </a:lvl3pPr>
            <a:lvl4pPr>
              <a:defRPr sz="1500" b="0">
                <a:solidFill>
                  <a:srgbClr val="0F172A"/>
                </a:solidFill>
                <a:latin typeface="Inter"/>
                <a:ea typeface="Inter"/>
                <a:cs typeface="Inter"/>
              </a:defRPr>
            </a:lvl4pPr>
            <a:lvl5pPr>
              <a:defRPr sz="1500" b="0">
                <a:solidFill>
                  <a:srgbClr val="0F172A"/>
                </a:solidFill>
                <a:latin typeface="Inter"/>
                <a:ea typeface="Inter"/>
                <a:cs typeface="Inter"/>
              </a:defRPr>
            </a:lvl5pPr>
            <a:lvl6pPr>
              <a:defRPr sz="1500" b="0">
                <a:solidFill>
                  <a:srgbClr val="0F172A"/>
                </a:solidFill>
                <a:latin typeface="Inter"/>
                <a:ea typeface="Inter"/>
                <a:cs typeface="Inter"/>
              </a:defRPr>
            </a:lvl6pPr>
            <a:lvl7pPr>
              <a:defRPr sz="1500" b="0">
                <a:solidFill>
                  <a:srgbClr val="0F172A"/>
                </a:solidFill>
                <a:latin typeface="Inter"/>
                <a:ea typeface="Inter"/>
                <a:cs typeface="Inter"/>
              </a:defRPr>
            </a:lvl7pPr>
            <a:lvl8pPr>
              <a:defRPr sz="1500" b="0">
                <a:solidFill>
                  <a:srgbClr val="0F172A"/>
                </a:solidFill>
                <a:latin typeface="Inter"/>
                <a:ea typeface="Inter"/>
                <a:cs typeface="Inter"/>
              </a:defRPr>
            </a:lvl8pPr>
            <a:lvl9pPr>
              <a:defRPr sz="1500" b="0">
                <a:solidFill>
                  <a:srgbClr val="0F172A"/>
                </a:solidFill>
                <a:latin typeface="Inter"/>
                <a:ea typeface="Inter"/>
                <a:cs typeface="Inter"/>
              </a:defRPr>
            </a:lvl9pPr>
          </a:lstStyle>
          <a:p xmlns:a="http://schemas.openxmlformats.org/drawingml/2006/main">
            <a:pPr>
              <a:defRPr sz="1500" b="0">
                <a:solidFill>
                  <a:srgbClr val="0F172A"/>
                </a:solidFill>
                <a:latin typeface="Inter"/>
                <a:ea typeface="Inter"/>
                <a:cs typeface="Inter"/>
              </a:defRPr>
            </a:pPr>
            <a:r>
              <a:rPr sz="1500" b="0">
                <a:solidFill>
                  <a:srgbClr val="0F172A"/>
                </a:solidFill>
                <a:latin typeface="Inter"/>
                <a:ea typeface="Inter"/>
                <a:cs typeface="Inter"/>
              </a:rPr>
              <a:t>Train losses use different input distributions. Their gaps alone do not establish less overfitting.</a:t>
            </a:r>
          </a:p>
        </p:txBody>
      </p:sp>
    </p:spTree>
    <p:extLst>
      <p:ext uri="{BB962C8B-B14F-4D97-AF65-F5344CB8AC3E}">
        <p14:creationId xmlns:p14="http://schemas.microsoft.com/office/powerpoint/2010/main" val="174933726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ounded Rectangle 1">
            <a:extLst xmlns:a="http://schemas.openxmlformats.org/drawingml/2006/main">
              <a:ext uri="{FF2B5EF4-FFF2-40B4-BE49-F238E27FC236}">
                <a16:creationId xmlns:a16="http://schemas.microsoft.com/office/drawing/2014/main" id="{4A67737D-9257-4123-993D-D5ECE203D62D}"/>
              </a:ext>
            </a:extLst>
          </p:cNvPr>
          <p:cNvSpPr>
            <a:spLocks xmlns:a="http://schemas.openxmlformats.org/drawingml/2006/main" noGrp="1"/>
          </p:cNvSpPr>
          <p:nvPr/>
        </p:nvSpPr>
        <p:spPr>
          <a:xfrm xmlns:a="http://schemas.openxmlformats.org/drawingml/2006/main">
            <a:off x="731520" y="384048"/>
            <a:ext cx="137160" cy="4434840"/>
          </a:xfrm>
          <a:prstGeom xmlns:a="http://schemas.openxmlformats.org/drawingml/2006/main" prst="roundRect">
            <a:avLst>
              <a:gd name="adj" fmla="val 4000"/>
            </a:avLst>
          </a:prstGeom>
          <a:solidFill xmlns:a="http://schemas.openxmlformats.org/drawingml/2006/main">
            <a:srgbClr val="0284C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ounded Rectangle 2">
            <a:extLst xmlns:a="http://schemas.openxmlformats.org/drawingml/2006/main">
              <a:ext uri="{FF2B5EF4-FFF2-40B4-BE49-F238E27FC236}">
                <a16:creationId xmlns:a16="http://schemas.microsoft.com/office/drawing/2014/main" id="{ED04A666-10F8-4CFD-B0D8-2F15705D33B0}"/>
              </a:ext>
            </a:extLst>
          </p:cNvPr>
          <p:cNvSpPr>
            <a:spLocks xmlns:a="http://schemas.openxmlformats.org/drawingml/2006/main" noGrp="1"/>
          </p:cNvSpPr>
          <p:nvPr/>
        </p:nvSpPr>
        <p:spPr>
          <a:xfrm xmlns:a="http://schemas.openxmlformats.org/drawingml/2006/main">
            <a:off x="1005840" y="384048"/>
            <a:ext cx="2500884" cy="329184"/>
          </a:xfrm>
          <a:prstGeom xmlns:a="http://schemas.openxmlformats.org/drawingml/2006/main" prst="roundRect">
            <a:avLst>
              <a:gd name="adj" fmla="val 4000"/>
            </a:avLst>
          </a:prstGeom>
          <a:solidFill xmlns:a="http://schemas.openxmlformats.org/drawingml/2006/main">
            <a:srgbClr val="256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776EA9CB-0978-41CD-9233-EB6B9E806A98}"/>
              </a:ext>
            </a:extLst>
          </p:cNvPr>
          <p:cNvSpPr>
            <a:spLocks xmlns:a="http://schemas.openxmlformats.org/drawingml/2006/main" noGrp="1"/>
          </p:cNvSpPr>
          <p:nvPr/>
        </p:nvSpPr>
        <p:spPr>
          <a:xfrm xmlns:a="http://schemas.openxmlformats.org/drawingml/2006/main">
            <a:off x="1078992" y="402336"/>
            <a:ext cx="2500884" cy="3017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100" b="1">
                <a:solidFill>
                  <a:srgbClr val="FFFFFF"/>
                </a:solidFill>
                <a:latin typeface="Manrope"/>
                <a:ea typeface="Manrope"/>
                <a:cs typeface="Manrope"/>
              </a:rPr>
              <a:t>04 • KẾT QUẢ &amp; DEMO</a:t>
            </a:r>
          </a:p>
        </p:txBody>
      </p:sp>
      <p:sp>
        <p:nvSpPr>
          <p:cNvPr id="5" name="TextBox 4">
            <a:extLst xmlns:a="http://schemas.openxmlformats.org/drawingml/2006/main">
              <a:ext uri="{FF2B5EF4-FFF2-40B4-BE49-F238E27FC236}">
                <a16:creationId xmlns:a16="http://schemas.microsoft.com/office/drawing/2014/main" id="{8B01CFD7-7003-4F88-BD2A-AC42ABA9870A}"/>
              </a:ext>
            </a:extLst>
          </p:cNvPr>
          <p:cNvSpPr>
            <a:spLocks xmlns:a="http://schemas.openxmlformats.org/drawingml/2006/main" noGrp="1"/>
          </p:cNvSpPr>
          <p:nvPr/>
        </p:nvSpPr>
        <p:spPr>
          <a:xfrm xmlns:a="http://schemas.openxmlformats.org/drawingml/2006/main">
            <a:off x="1005840" y="804672"/>
            <a:ext cx="10424160"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3000" b="1">
                <a:solidFill>
                  <a:srgbClr val="0F172A"/>
                </a:solidFill>
                <a:latin typeface="Manrope"/>
                <a:ea typeface="Manrope"/>
                <a:cs typeface="Manrope"/>
              </a:defRPr>
            </a:defPPr>
            <a:lvl1pPr>
              <a:defRPr sz="3000" b="1">
                <a:solidFill>
                  <a:srgbClr val="0F172A"/>
                </a:solidFill>
                <a:latin typeface="Manrope"/>
                <a:ea typeface="Manrope"/>
                <a:cs typeface="Manrope"/>
              </a:defRPr>
            </a:lvl1pPr>
            <a:lvl2pPr>
              <a:defRPr sz="3000" b="1">
                <a:solidFill>
                  <a:srgbClr val="0F172A"/>
                </a:solidFill>
                <a:latin typeface="Manrope"/>
                <a:ea typeface="Manrope"/>
                <a:cs typeface="Manrope"/>
              </a:defRPr>
            </a:lvl2pPr>
            <a:lvl3pPr>
              <a:defRPr sz="3000" b="1">
                <a:solidFill>
                  <a:srgbClr val="0F172A"/>
                </a:solidFill>
                <a:latin typeface="Manrope"/>
                <a:ea typeface="Manrope"/>
                <a:cs typeface="Manrope"/>
              </a:defRPr>
            </a:lvl3pPr>
            <a:lvl4pPr>
              <a:defRPr sz="3000" b="1">
                <a:solidFill>
                  <a:srgbClr val="0F172A"/>
                </a:solidFill>
                <a:latin typeface="Manrope"/>
                <a:ea typeface="Manrope"/>
                <a:cs typeface="Manrope"/>
              </a:defRPr>
            </a:lvl4pPr>
            <a:lvl5pPr>
              <a:defRPr sz="3000" b="1">
                <a:solidFill>
                  <a:srgbClr val="0F172A"/>
                </a:solidFill>
                <a:latin typeface="Manrope"/>
                <a:ea typeface="Manrope"/>
                <a:cs typeface="Manrope"/>
              </a:defRPr>
            </a:lvl5pPr>
            <a:lvl6pPr>
              <a:defRPr sz="3000" b="1">
                <a:solidFill>
                  <a:srgbClr val="0F172A"/>
                </a:solidFill>
                <a:latin typeface="Manrope"/>
                <a:ea typeface="Manrope"/>
                <a:cs typeface="Manrope"/>
              </a:defRPr>
            </a:lvl6pPr>
            <a:lvl7pPr>
              <a:defRPr sz="3000" b="1">
                <a:solidFill>
                  <a:srgbClr val="0F172A"/>
                </a:solidFill>
                <a:latin typeface="Manrope"/>
                <a:ea typeface="Manrope"/>
                <a:cs typeface="Manrope"/>
              </a:defRPr>
            </a:lvl7pPr>
            <a:lvl8pPr>
              <a:defRPr sz="3000" b="1">
                <a:solidFill>
                  <a:srgbClr val="0F172A"/>
                </a:solidFill>
                <a:latin typeface="Manrope"/>
                <a:ea typeface="Manrope"/>
                <a:cs typeface="Manrope"/>
              </a:defRPr>
            </a:lvl8pPr>
            <a:lvl9pPr>
              <a:defRPr sz="3000" b="1">
                <a:solidFill>
                  <a:srgbClr val="0F172A"/>
                </a:solidFill>
                <a:latin typeface="Manrope"/>
                <a:ea typeface="Manrope"/>
                <a:cs typeface="Manrope"/>
              </a:defRPr>
            </a:lvl9pPr>
          </a:lstStyle>
          <a:p xmlns:a="http://schemas.openxmlformats.org/drawingml/2006/main">
            <a:pPr>
              <a:defRPr sz="3000" b="1">
                <a:solidFill>
                  <a:srgbClr val="0F172A"/>
                </a:solidFill>
                <a:latin typeface="Manrope"/>
                <a:ea typeface="Manrope"/>
                <a:cs typeface="Manrope"/>
              </a:defRPr>
            </a:pPr>
            <a:r>
              <a:rPr sz="3000" b="1">
                <a:solidFill>
                  <a:srgbClr val="0F172A"/>
                </a:solidFill>
                <a:latin typeface="Manrope"/>
                <a:ea typeface="Manrope"/>
                <a:cs typeface="Manrope"/>
              </a:rPr>
              <a:t>Accuracy across the SNR grid</a:t>
            </a:r>
          </a:p>
        </p:txBody>
      </p:sp>
      <p:sp>
        <p:nvSpPr>
          <p:cNvPr id="6" name="TextBox 5">
            <a:extLst xmlns:a="http://schemas.openxmlformats.org/drawingml/2006/main">
              <a:ext uri="{FF2B5EF4-FFF2-40B4-BE49-F238E27FC236}">
                <a16:creationId xmlns:a16="http://schemas.microsoft.com/office/drawing/2014/main" id="{C3569333-0A62-4C3B-AD1F-052199F4DEFF}"/>
              </a:ext>
            </a:extLst>
          </p:cNvPr>
          <p:cNvSpPr>
            <a:spLocks xmlns:a="http://schemas.openxmlformats.org/drawingml/2006/main" noGrp="1"/>
          </p:cNvSpPr>
          <p:nvPr/>
        </p:nvSpPr>
        <p:spPr>
          <a:xfrm xmlns:a="http://schemas.openxmlformats.org/drawingml/2006/main">
            <a:off x="1005840" y="1389888"/>
            <a:ext cx="4800600" cy="24003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575">
                <a:solidFill>
                  <a:srgbClr val="0F172A"/>
                </a:solidFill>
                <a:latin typeface="Inter"/>
                <a:ea typeface="Inter"/>
                <a:cs typeface="Inter"/>
              </a:defRPr>
            </a:defPPr>
            <a:lvl1pPr>
              <a:defRPr sz="1575">
                <a:solidFill>
                  <a:srgbClr val="0F172A"/>
                </a:solidFill>
                <a:latin typeface="Inter"/>
                <a:ea typeface="Inter"/>
                <a:cs typeface="Inter"/>
              </a:defRPr>
            </a:lvl1pPr>
            <a:lvl2pPr>
              <a:defRPr sz="1575">
                <a:solidFill>
                  <a:srgbClr val="0F172A"/>
                </a:solidFill>
                <a:latin typeface="Inter"/>
                <a:ea typeface="Inter"/>
                <a:cs typeface="Inter"/>
              </a:defRPr>
            </a:lvl2pPr>
            <a:lvl3pPr>
              <a:defRPr sz="1575">
                <a:solidFill>
                  <a:srgbClr val="0F172A"/>
                </a:solidFill>
                <a:latin typeface="Inter"/>
                <a:ea typeface="Inter"/>
                <a:cs typeface="Inter"/>
              </a:defRPr>
            </a:lvl3pPr>
            <a:lvl4pPr>
              <a:defRPr sz="1575">
                <a:solidFill>
                  <a:srgbClr val="0F172A"/>
                </a:solidFill>
                <a:latin typeface="Inter"/>
                <a:ea typeface="Inter"/>
                <a:cs typeface="Inter"/>
              </a:defRPr>
            </a:lvl4pPr>
            <a:lvl5pPr>
              <a:defRPr sz="1575">
                <a:solidFill>
                  <a:srgbClr val="0F172A"/>
                </a:solidFill>
                <a:latin typeface="Inter"/>
                <a:ea typeface="Inter"/>
                <a:cs typeface="Inter"/>
              </a:defRPr>
            </a:lvl5pPr>
            <a:lvl6pPr>
              <a:defRPr sz="1575">
                <a:solidFill>
                  <a:srgbClr val="0F172A"/>
                </a:solidFill>
                <a:latin typeface="Inter"/>
                <a:ea typeface="Inter"/>
                <a:cs typeface="Inter"/>
              </a:defRPr>
            </a:lvl6pPr>
            <a:lvl7pPr>
              <a:defRPr sz="1575">
                <a:solidFill>
                  <a:srgbClr val="0F172A"/>
                </a:solidFill>
                <a:latin typeface="Inter"/>
                <a:ea typeface="Inter"/>
                <a:cs typeface="Inter"/>
              </a:defRPr>
            </a:lvl7pPr>
            <a:lvl8pPr>
              <a:defRPr sz="1575">
                <a:solidFill>
                  <a:srgbClr val="0F172A"/>
                </a:solidFill>
                <a:latin typeface="Inter"/>
                <a:ea typeface="Inter"/>
                <a:cs typeface="Inter"/>
              </a:defRPr>
            </a:lvl8pPr>
            <a:lvl9pPr>
              <a:defRPr sz="1575">
                <a:solidFill>
                  <a:srgbClr val="0F172A"/>
                </a:solidFill>
                <a:latin typeface="Inter"/>
                <a:ea typeface="Inter"/>
                <a:cs typeface="Inter"/>
              </a:defRPr>
            </a:lvl9pPr>
          </a:lstStyle>
          <a:p xmlns:a="http://schemas.openxmlformats.org/drawingml/2006/main">
            <a:pPr>
              <a:defRPr sz="1575">
                <a:solidFill>
                  <a:srgbClr val="0F172A"/>
                </a:solidFill>
                <a:latin typeface="Inter"/>
                <a:ea typeface="Inter"/>
                <a:cs typeface="Inter"/>
              </a:defRPr>
            </a:pPr>
            <a:r>
              <a:rPr sz="1575" b="0">
                <a:solidFill>
                  <a:srgbClr val="0F172A"/>
                </a:solidFill>
                <a:latin typeface="Inter"/>
                <a:ea typeface="Inter"/>
                <a:cs typeface="Inter"/>
              </a:rPr>
              <a:t>Selected gains coexist with losses at other SNR levels</a:t>
            </a:r>
          </a:p>
        </p:txBody>
      </p:sp>
      <p:sp>
        <p:nvSpPr>
          <p:cNvPr id="7" name="Rectangle 6">
            <a:extLst xmlns:a="http://schemas.openxmlformats.org/drawingml/2006/main">
              <a:ext uri="{FF2B5EF4-FFF2-40B4-BE49-F238E27FC236}">
                <a16:creationId xmlns:a16="http://schemas.microsoft.com/office/drawing/2014/main" id="{578024F3-8894-495E-88F0-894DE8D10B42}"/>
              </a:ext>
            </a:extLst>
          </p:cNvPr>
          <p:cNvSpPr>
            <a:spLocks xmlns:a="http://schemas.openxmlformats.org/drawingml/2006/main" noGrp="1"/>
          </p:cNvSpPr>
          <p:nvPr/>
        </p:nvSpPr>
        <p:spPr>
          <a:xfrm xmlns:a="http://schemas.openxmlformats.org/drawingml/2006/main">
            <a:off x="731520" y="6035040"/>
            <a:ext cx="10725912" cy="9144"/>
          </a:xfrm>
          <a:prstGeom xmlns:a="http://schemas.openxmlformats.org/drawingml/2006/main" prst="rect">
            <a:avLst/>
          </a:prstGeom>
          <a:solidFill xmlns:a="http://schemas.openxmlformats.org/drawingml/2006/main">
            <a:srgbClr val="E2E8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54A94BD9-9AC4-4886-89B2-CC20EE441396}"/>
              </a:ext>
            </a:extLst>
          </p:cNvPr>
          <p:cNvSpPr>
            <a:spLocks xmlns:a="http://schemas.openxmlformats.org/drawingml/2006/main" noGrp="1"/>
          </p:cNvSpPr>
          <p:nvPr/>
        </p:nvSpPr>
        <p:spPr>
          <a:xfrm xmlns:a="http://schemas.openxmlformats.org/drawingml/2006/main">
            <a:off x="731520" y="6144768"/>
            <a:ext cx="7772400" cy="3200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900" b="0">
                <a:solidFill>
                  <a:srgbClr val="94A3B8"/>
                </a:solidFill>
                <a:latin typeface="Inter"/>
                <a:ea typeface="Inter"/>
                <a:cs typeface="Inter"/>
              </a:rPr>
              <a:t>EE136: Machine Learning for Wireless Communications | Topic 4 Capstone Defense</a:t>
            </a:r>
          </a:p>
        </p:txBody>
      </p:sp>
      <p:sp>
        <p:nvSpPr>
          <p:cNvPr id="9" name="TextBox 8">
            <a:extLst xmlns:a="http://schemas.openxmlformats.org/drawingml/2006/main">
              <a:ext uri="{FF2B5EF4-FFF2-40B4-BE49-F238E27FC236}">
                <a16:creationId xmlns:a16="http://schemas.microsoft.com/office/drawing/2014/main" id="{F86C438E-5C6A-4C75-9853-A7F361CFFB52}"/>
              </a:ext>
            </a:extLst>
          </p:cNvPr>
          <p:cNvSpPr>
            <a:spLocks xmlns:a="http://schemas.openxmlformats.org/drawingml/2006/main" noGrp="1"/>
          </p:cNvSpPr>
          <p:nvPr/>
        </p:nvSpPr>
        <p:spPr>
          <a:xfrm xmlns:a="http://schemas.openxmlformats.org/drawingml/2006/main">
            <a:off x="9601200" y="6144768"/>
            <a:ext cx="817880" cy="2286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900" b="0">
                <a:solidFill>
                  <a:srgbClr val="94A3B8"/>
                </a:solidFill>
                <a:latin typeface="Inter"/>
                <a:ea typeface="Inter"/>
                <a:cs typeface="Inter"/>
              </a:rPr>
              <a:t>Slide 8 of 14</a:t>
            </a:r>
          </a:p>
        </p:txBody>
      </p:sp>
      <p:graphicFrame>
        <p:nvGraphicFramePr>
          <p:cNvPr id="10" name="Chart">
            <a:extLst xmlns:a="http://schemas.openxmlformats.org/drawingml/2006/main">
              <a:ext uri="{FF2B5EF4-FFF2-40B4-BE49-F238E27FC236}">
                <a16:creationId xmlns:a16="http://schemas.microsoft.com/office/drawing/2014/main" id="{4F59BAC7-D100-4AE0-8D42-708FCC067C7F}"/>
              </a:ext>
            </a:extLst>
          </p:cNvPr>
          <p:cNvGraphicFramePr/>
          <p:nvPr/>
        </p:nvGraphicFramePr>
        <p:xfrm>
          <a:off xmlns:a="http://schemas.openxmlformats.org/drawingml/2006/main" x="1047750" y="1952625"/>
          <a:ext xmlns:a="http://schemas.openxmlformats.org/drawingml/2006/main" cx="7524750" cy="3667125"/>
        </p:xfrm>
        <a:graphic xmlns:a="http://schemas.openxmlformats.org/drawingml/2006/main">
          <a:graphicData uri="http://schemas.openxmlformats.org/drawingml/2006/chart">
            <c:chart xmlns:r="http://schemas.openxmlformats.org/officeDocument/2006/relationships" xmlns:c="http://schemas.openxmlformats.org/drawingml/2006/chart" r:id="Rbd6546637dfe4227"/>
          </a:graphicData>
        </a:graphic>
      </p:graphicFrame>
      <p:sp>
        <p:nvSpPr>
          <p:cNvPr id="11" name="">
            <a:extLst xmlns:a="http://schemas.openxmlformats.org/drawingml/2006/main">
              <a:ext uri="{FF2B5EF4-FFF2-40B4-BE49-F238E27FC236}">
                <a16:creationId xmlns:a16="http://schemas.microsoft.com/office/drawing/2014/main" id="{18D899DD-79E8-4279-AACE-9E4DBB451D8A}"/>
              </a:ext>
            </a:extLst>
          </p:cNvPr>
          <p:cNvSpPr>
            <a:spLocks xmlns:a="http://schemas.openxmlformats.org/drawingml/2006/main" noGrp="1"/>
          </p:cNvSpPr>
          <p:nvPr/>
        </p:nvSpPr>
        <p:spPr>
          <a:xfrm xmlns:a="http://schemas.openxmlformats.org/drawingml/2006/main">
            <a:off x="8858250" y="21145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284C7"/>
                </a:solidFill>
                <a:latin typeface="Manrope"/>
                <a:ea typeface="Manrope"/>
                <a:cs typeface="Manrope"/>
              </a:defRPr>
            </a:defPPr>
            <a:lvl1pPr>
              <a:defRPr sz="1950" b="1">
                <a:solidFill>
                  <a:srgbClr val="0284C7"/>
                </a:solidFill>
                <a:latin typeface="Manrope"/>
                <a:ea typeface="Manrope"/>
                <a:cs typeface="Manrope"/>
              </a:defRPr>
            </a:lvl1pPr>
            <a:lvl2pPr>
              <a:defRPr sz="1950" b="1">
                <a:solidFill>
                  <a:srgbClr val="0284C7"/>
                </a:solidFill>
                <a:latin typeface="Manrope"/>
                <a:ea typeface="Manrope"/>
                <a:cs typeface="Manrope"/>
              </a:defRPr>
            </a:lvl2pPr>
            <a:lvl3pPr>
              <a:defRPr sz="1950" b="1">
                <a:solidFill>
                  <a:srgbClr val="0284C7"/>
                </a:solidFill>
                <a:latin typeface="Manrope"/>
                <a:ea typeface="Manrope"/>
                <a:cs typeface="Manrope"/>
              </a:defRPr>
            </a:lvl3pPr>
            <a:lvl4pPr>
              <a:defRPr sz="1950" b="1">
                <a:solidFill>
                  <a:srgbClr val="0284C7"/>
                </a:solidFill>
                <a:latin typeface="Manrope"/>
                <a:ea typeface="Manrope"/>
                <a:cs typeface="Manrope"/>
              </a:defRPr>
            </a:lvl4pPr>
            <a:lvl5pPr>
              <a:defRPr sz="1950" b="1">
                <a:solidFill>
                  <a:srgbClr val="0284C7"/>
                </a:solidFill>
                <a:latin typeface="Manrope"/>
                <a:ea typeface="Manrope"/>
                <a:cs typeface="Manrope"/>
              </a:defRPr>
            </a:lvl5pPr>
            <a:lvl6pPr>
              <a:defRPr sz="1950" b="1">
                <a:solidFill>
                  <a:srgbClr val="0284C7"/>
                </a:solidFill>
                <a:latin typeface="Manrope"/>
                <a:ea typeface="Manrope"/>
                <a:cs typeface="Manrope"/>
              </a:defRPr>
            </a:lvl6pPr>
            <a:lvl7pPr>
              <a:defRPr sz="1950" b="1">
                <a:solidFill>
                  <a:srgbClr val="0284C7"/>
                </a:solidFill>
                <a:latin typeface="Manrope"/>
                <a:ea typeface="Manrope"/>
                <a:cs typeface="Manrope"/>
              </a:defRPr>
            </a:lvl7pPr>
            <a:lvl8pPr>
              <a:defRPr sz="1950" b="1">
                <a:solidFill>
                  <a:srgbClr val="0284C7"/>
                </a:solidFill>
                <a:latin typeface="Manrope"/>
                <a:ea typeface="Manrope"/>
                <a:cs typeface="Manrope"/>
              </a:defRPr>
            </a:lvl8pPr>
            <a:lvl9pPr>
              <a:defRPr sz="1950" b="1">
                <a:solidFill>
                  <a:srgbClr val="0284C7"/>
                </a:solidFill>
                <a:latin typeface="Manrope"/>
                <a:ea typeface="Manrope"/>
                <a:cs typeface="Manrope"/>
              </a:defRPr>
            </a:lvl9pPr>
          </a:lstStyle>
          <a:p xmlns:a="http://schemas.openxmlformats.org/drawingml/2006/main">
            <a:pPr>
              <a:defRPr sz="1950" b="1">
                <a:solidFill>
                  <a:srgbClr val="0284C7"/>
                </a:solidFill>
                <a:latin typeface="Manrope"/>
                <a:ea typeface="Manrope"/>
                <a:cs typeface="Manrope"/>
              </a:defRPr>
            </a:pPr>
            <a:r>
              <a:rPr sz="1950" b="1">
                <a:solidFill>
                  <a:srgbClr val="0284C7"/>
                </a:solidFill>
                <a:latin typeface="Manrope"/>
                <a:ea typeface="Manrope"/>
                <a:cs typeface="Manrope"/>
              </a:rPr>
              <a:t>At −8 dB</a:t>
            </a:r>
          </a:p>
        </p:txBody>
      </p:sp>
      <p:sp>
        <p:nvSpPr>
          <p:cNvPr id="12" name="">
            <a:extLst xmlns:a="http://schemas.openxmlformats.org/drawingml/2006/main">
              <a:ext uri="{FF2B5EF4-FFF2-40B4-BE49-F238E27FC236}">
                <a16:creationId xmlns:a16="http://schemas.microsoft.com/office/drawing/2014/main" id="{4CA38B4E-210C-425E-83F6-B99BE77FD62F}"/>
              </a:ext>
            </a:extLst>
          </p:cNvPr>
          <p:cNvSpPr>
            <a:spLocks xmlns:a="http://schemas.openxmlformats.org/drawingml/2006/main" noGrp="1"/>
          </p:cNvSpPr>
          <p:nvPr/>
        </p:nvSpPr>
        <p:spPr>
          <a:xfrm xmlns:a="http://schemas.openxmlformats.org/drawingml/2006/main">
            <a:off x="8858250" y="25717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0284C7"/>
                </a:solidFill>
                <a:latin typeface="Manrope"/>
                <a:ea typeface="Manrope"/>
                <a:cs typeface="Manrope"/>
              </a:defRPr>
            </a:defPPr>
            <a:lvl1pPr>
              <a:defRPr sz="3000" b="1">
                <a:solidFill>
                  <a:srgbClr val="0284C7"/>
                </a:solidFill>
                <a:latin typeface="Manrope"/>
                <a:ea typeface="Manrope"/>
                <a:cs typeface="Manrope"/>
              </a:defRPr>
            </a:lvl1pPr>
            <a:lvl2pPr>
              <a:defRPr sz="3000" b="1">
                <a:solidFill>
                  <a:srgbClr val="0284C7"/>
                </a:solidFill>
                <a:latin typeface="Manrope"/>
                <a:ea typeface="Manrope"/>
                <a:cs typeface="Manrope"/>
              </a:defRPr>
            </a:lvl2pPr>
            <a:lvl3pPr>
              <a:defRPr sz="3000" b="1">
                <a:solidFill>
                  <a:srgbClr val="0284C7"/>
                </a:solidFill>
                <a:latin typeface="Manrope"/>
                <a:ea typeface="Manrope"/>
                <a:cs typeface="Manrope"/>
              </a:defRPr>
            </a:lvl3pPr>
            <a:lvl4pPr>
              <a:defRPr sz="3000" b="1">
                <a:solidFill>
                  <a:srgbClr val="0284C7"/>
                </a:solidFill>
                <a:latin typeface="Manrope"/>
                <a:ea typeface="Manrope"/>
                <a:cs typeface="Manrope"/>
              </a:defRPr>
            </a:lvl4pPr>
            <a:lvl5pPr>
              <a:defRPr sz="3000" b="1">
                <a:solidFill>
                  <a:srgbClr val="0284C7"/>
                </a:solidFill>
                <a:latin typeface="Manrope"/>
                <a:ea typeface="Manrope"/>
                <a:cs typeface="Manrope"/>
              </a:defRPr>
            </a:lvl5pPr>
            <a:lvl6pPr>
              <a:defRPr sz="3000" b="1">
                <a:solidFill>
                  <a:srgbClr val="0284C7"/>
                </a:solidFill>
                <a:latin typeface="Manrope"/>
                <a:ea typeface="Manrope"/>
                <a:cs typeface="Manrope"/>
              </a:defRPr>
            </a:lvl6pPr>
            <a:lvl7pPr>
              <a:defRPr sz="3000" b="1">
                <a:solidFill>
                  <a:srgbClr val="0284C7"/>
                </a:solidFill>
                <a:latin typeface="Manrope"/>
                <a:ea typeface="Manrope"/>
                <a:cs typeface="Manrope"/>
              </a:defRPr>
            </a:lvl7pPr>
            <a:lvl8pPr>
              <a:defRPr sz="3000" b="1">
                <a:solidFill>
                  <a:srgbClr val="0284C7"/>
                </a:solidFill>
                <a:latin typeface="Manrope"/>
                <a:ea typeface="Manrope"/>
                <a:cs typeface="Manrope"/>
              </a:defRPr>
            </a:lvl8pPr>
            <a:lvl9pPr>
              <a:defRPr sz="3000" b="1">
                <a:solidFill>
                  <a:srgbClr val="0284C7"/>
                </a:solidFill>
                <a:latin typeface="Manrope"/>
                <a:ea typeface="Manrope"/>
                <a:cs typeface="Manrope"/>
              </a:defRPr>
            </a:lvl9pPr>
          </a:lstStyle>
          <a:p xmlns:a="http://schemas.openxmlformats.org/drawingml/2006/main">
            <a:pPr>
              <a:defRPr sz="3000" b="1">
                <a:solidFill>
                  <a:srgbClr val="0284C7"/>
                </a:solidFill>
                <a:latin typeface="Manrope"/>
                <a:ea typeface="Manrope"/>
                <a:cs typeface="Manrope"/>
              </a:defRPr>
            </a:pPr>
            <a:r>
              <a:rPr sz="3000" b="1">
                <a:solidFill>
                  <a:srgbClr val="0284C7"/>
                </a:solidFill>
                <a:latin typeface="Manrope"/>
                <a:ea typeface="Manrope"/>
                <a:cs typeface="Manrope"/>
              </a:rPr>
              <a:t>+4.31 pp</a:t>
            </a:r>
          </a:p>
        </p:txBody>
      </p:sp>
      <p:sp>
        <p:nvSpPr>
          <p:cNvPr id="13" name="">
            <a:extLst xmlns:a="http://schemas.openxmlformats.org/drawingml/2006/main">
              <a:ext uri="{FF2B5EF4-FFF2-40B4-BE49-F238E27FC236}">
                <a16:creationId xmlns:a16="http://schemas.microsoft.com/office/drawing/2014/main" id="{59CF58FE-5D48-4748-9008-C1521DA424D6}"/>
              </a:ext>
            </a:extLst>
          </p:cNvPr>
          <p:cNvSpPr>
            <a:spLocks xmlns:a="http://schemas.openxmlformats.org/drawingml/2006/main" noGrp="1"/>
          </p:cNvSpPr>
          <p:nvPr/>
        </p:nvSpPr>
        <p:spPr>
          <a:xfrm xmlns:a="http://schemas.openxmlformats.org/drawingml/2006/main">
            <a:off x="8858250" y="34861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F172A"/>
                </a:solidFill>
                <a:latin typeface="Manrope"/>
                <a:ea typeface="Manrope"/>
                <a:cs typeface="Manrope"/>
              </a:defRPr>
            </a:defPPr>
            <a:lvl1pPr>
              <a:defRPr sz="1950" b="1">
                <a:solidFill>
                  <a:srgbClr val="0F172A"/>
                </a:solidFill>
                <a:latin typeface="Manrope"/>
                <a:ea typeface="Manrope"/>
                <a:cs typeface="Manrope"/>
              </a:defRPr>
            </a:lvl1pPr>
            <a:lvl2pPr>
              <a:defRPr sz="1950" b="1">
                <a:solidFill>
                  <a:srgbClr val="0F172A"/>
                </a:solidFill>
                <a:latin typeface="Manrope"/>
                <a:ea typeface="Manrope"/>
                <a:cs typeface="Manrope"/>
              </a:defRPr>
            </a:lvl2pPr>
            <a:lvl3pPr>
              <a:defRPr sz="1950" b="1">
                <a:solidFill>
                  <a:srgbClr val="0F172A"/>
                </a:solidFill>
                <a:latin typeface="Manrope"/>
                <a:ea typeface="Manrope"/>
                <a:cs typeface="Manrope"/>
              </a:defRPr>
            </a:lvl3pPr>
            <a:lvl4pPr>
              <a:defRPr sz="1950" b="1">
                <a:solidFill>
                  <a:srgbClr val="0F172A"/>
                </a:solidFill>
                <a:latin typeface="Manrope"/>
                <a:ea typeface="Manrope"/>
                <a:cs typeface="Manrope"/>
              </a:defRPr>
            </a:lvl4pPr>
            <a:lvl5pPr>
              <a:defRPr sz="1950" b="1">
                <a:solidFill>
                  <a:srgbClr val="0F172A"/>
                </a:solidFill>
                <a:latin typeface="Manrope"/>
                <a:ea typeface="Manrope"/>
                <a:cs typeface="Manrope"/>
              </a:defRPr>
            </a:lvl5pPr>
            <a:lvl6pPr>
              <a:defRPr sz="1950" b="1">
                <a:solidFill>
                  <a:srgbClr val="0F172A"/>
                </a:solidFill>
                <a:latin typeface="Manrope"/>
                <a:ea typeface="Manrope"/>
                <a:cs typeface="Manrope"/>
              </a:defRPr>
            </a:lvl6pPr>
            <a:lvl7pPr>
              <a:defRPr sz="1950" b="1">
                <a:solidFill>
                  <a:srgbClr val="0F172A"/>
                </a:solidFill>
                <a:latin typeface="Manrope"/>
                <a:ea typeface="Manrope"/>
                <a:cs typeface="Manrope"/>
              </a:defRPr>
            </a:lvl7pPr>
            <a:lvl8pPr>
              <a:defRPr sz="1950" b="1">
                <a:solidFill>
                  <a:srgbClr val="0F172A"/>
                </a:solidFill>
                <a:latin typeface="Manrope"/>
                <a:ea typeface="Manrope"/>
                <a:cs typeface="Manrope"/>
              </a:defRPr>
            </a:lvl8pPr>
            <a:lvl9pPr>
              <a:defRPr sz="1950" b="1">
                <a:solidFill>
                  <a:srgbClr val="0F172A"/>
                </a:solidFill>
                <a:latin typeface="Manrope"/>
                <a:ea typeface="Manrope"/>
                <a:cs typeface="Manrope"/>
              </a:defRPr>
            </a:lvl9pPr>
          </a:lstStyle>
          <a:p xmlns:a="http://schemas.openxmlformats.org/drawingml/2006/main">
            <a:pPr>
              <a:defRPr sz="1950" b="1">
                <a:solidFill>
                  <a:srgbClr val="0F172A"/>
                </a:solidFill>
                <a:latin typeface="Manrope"/>
                <a:ea typeface="Manrope"/>
                <a:cs typeface="Manrope"/>
              </a:defRPr>
            </a:pPr>
            <a:r>
              <a:rPr sz="1950" b="1">
                <a:solidFill>
                  <a:srgbClr val="0F172A"/>
                </a:solidFill>
                <a:latin typeface="Manrope"/>
                <a:ea typeface="Manrope"/>
                <a:cs typeface="Manrope"/>
              </a:rPr>
              <a:t>At 0 dB</a:t>
            </a:r>
          </a:p>
        </p:txBody>
      </p:sp>
      <p:sp>
        <p:nvSpPr>
          <p:cNvPr id="14" name="">
            <a:extLst xmlns:a="http://schemas.openxmlformats.org/drawingml/2006/main">
              <a:ext uri="{FF2B5EF4-FFF2-40B4-BE49-F238E27FC236}">
                <a16:creationId xmlns:a16="http://schemas.microsoft.com/office/drawing/2014/main" id="{DC4DF230-85DB-4BFC-9648-3E47AD622311}"/>
              </a:ext>
            </a:extLst>
          </p:cNvPr>
          <p:cNvSpPr>
            <a:spLocks xmlns:a="http://schemas.openxmlformats.org/drawingml/2006/main" noGrp="1"/>
          </p:cNvSpPr>
          <p:nvPr/>
        </p:nvSpPr>
        <p:spPr>
          <a:xfrm xmlns:a="http://schemas.openxmlformats.org/drawingml/2006/main">
            <a:off x="8858250" y="39433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0F172A"/>
                </a:solidFill>
                <a:latin typeface="Manrope"/>
                <a:ea typeface="Manrope"/>
                <a:cs typeface="Manrope"/>
              </a:defRPr>
            </a:defPPr>
            <a:lvl1pPr>
              <a:defRPr sz="3000" b="1">
                <a:solidFill>
                  <a:srgbClr val="0F172A"/>
                </a:solidFill>
                <a:latin typeface="Manrope"/>
                <a:ea typeface="Manrope"/>
                <a:cs typeface="Manrope"/>
              </a:defRPr>
            </a:lvl1pPr>
            <a:lvl2pPr>
              <a:defRPr sz="3000" b="1">
                <a:solidFill>
                  <a:srgbClr val="0F172A"/>
                </a:solidFill>
                <a:latin typeface="Manrope"/>
                <a:ea typeface="Manrope"/>
                <a:cs typeface="Manrope"/>
              </a:defRPr>
            </a:lvl2pPr>
            <a:lvl3pPr>
              <a:defRPr sz="3000" b="1">
                <a:solidFill>
                  <a:srgbClr val="0F172A"/>
                </a:solidFill>
                <a:latin typeface="Manrope"/>
                <a:ea typeface="Manrope"/>
                <a:cs typeface="Manrope"/>
              </a:defRPr>
            </a:lvl3pPr>
            <a:lvl4pPr>
              <a:defRPr sz="3000" b="1">
                <a:solidFill>
                  <a:srgbClr val="0F172A"/>
                </a:solidFill>
                <a:latin typeface="Manrope"/>
                <a:ea typeface="Manrope"/>
                <a:cs typeface="Manrope"/>
              </a:defRPr>
            </a:lvl4pPr>
            <a:lvl5pPr>
              <a:defRPr sz="3000" b="1">
                <a:solidFill>
                  <a:srgbClr val="0F172A"/>
                </a:solidFill>
                <a:latin typeface="Manrope"/>
                <a:ea typeface="Manrope"/>
                <a:cs typeface="Manrope"/>
              </a:defRPr>
            </a:lvl5pPr>
            <a:lvl6pPr>
              <a:defRPr sz="3000" b="1">
                <a:solidFill>
                  <a:srgbClr val="0F172A"/>
                </a:solidFill>
                <a:latin typeface="Manrope"/>
                <a:ea typeface="Manrope"/>
                <a:cs typeface="Manrope"/>
              </a:defRPr>
            </a:lvl6pPr>
            <a:lvl7pPr>
              <a:defRPr sz="3000" b="1">
                <a:solidFill>
                  <a:srgbClr val="0F172A"/>
                </a:solidFill>
                <a:latin typeface="Manrope"/>
                <a:ea typeface="Manrope"/>
                <a:cs typeface="Manrope"/>
              </a:defRPr>
            </a:lvl7pPr>
            <a:lvl8pPr>
              <a:defRPr sz="3000" b="1">
                <a:solidFill>
                  <a:srgbClr val="0F172A"/>
                </a:solidFill>
                <a:latin typeface="Manrope"/>
                <a:ea typeface="Manrope"/>
                <a:cs typeface="Manrope"/>
              </a:defRPr>
            </a:lvl8pPr>
            <a:lvl9pPr>
              <a:defRPr sz="3000" b="1">
                <a:solidFill>
                  <a:srgbClr val="0F172A"/>
                </a:solidFill>
                <a:latin typeface="Manrope"/>
                <a:ea typeface="Manrope"/>
                <a:cs typeface="Manrope"/>
              </a:defRPr>
            </a:lvl9pPr>
          </a:lstStyle>
          <a:p xmlns:a="http://schemas.openxmlformats.org/drawingml/2006/main">
            <a:pPr>
              <a:defRPr sz="3000" b="1">
                <a:solidFill>
                  <a:srgbClr val="0F172A"/>
                </a:solidFill>
                <a:latin typeface="Manrope"/>
                <a:ea typeface="Manrope"/>
                <a:cs typeface="Manrope"/>
              </a:defRPr>
            </a:pPr>
            <a:r>
              <a:rPr sz="3000" b="1">
                <a:solidFill>
                  <a:srgbClr val="0F172A"/>
                </a:solidFill>
                <a:latin typeface="Manrope"/>
                <a:ea typeface="Manrope"/>
                <a:cs typeface="Manrope"/>
              </a:rPr>
              <a:t>−3.17 pp</a:t>
            </a:r>
          </a:p>
        </p:txBody>
      </p:sp>
      <p:sp>
        <p:nvSpPr>
          <p:cNvPr id="15" name="">
            <a:extLst xmlns:a="http://schemas.openxmlformats.org/drawingml/2006/main">
              <a:ext uri="{FF2B5EF4-FFF2-40B4-BE49-F238E27FC236}">
                <a16:creationId xmlns:a16="http://schemas.microsoft.com/office/drawing/2014/main" id="{768167FD-A3C0-4EA4-86DF-355CED91C277}"/>
              </a:ext>
            </a:extLst>
          </p:cNvPr>
          <p:cNvSpPr>
            <a:spLocks xmlns:a="http://schemas.openxmlformats.org/drawingml/2006/main" noGrp="1"/>
          </p:cNvSpPr>
          <p:nvPr/>
        </p:nvSpPr>
        <p:spPr>
          <a:xfrm xmlns:a="http://schemas.openxmlformats.org/drawingml/2006/main">
            <a:off x="1285875" y="56769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0F172A"/>
                </a:solidFill>
                <a:latin typeface="Inter"/>
                <a:ea typeface="Inter"/>
                <a:cs typeface="Inter"/>
              </a:defRPr>
            </a:defPPr>
            <a:lvl1pPr>
              <a:defRPr sz="1875" b="0">
                <a:solidFill>
                  <a:srgbClr val="0F172A"/>
                </a:solidFill>
                <a:latin typeface="Inter"/>
                <a:ea typeface="Inter"/>
                <a:cs typeface="Inter"/>
              </a:defRPr>
            </a:lvl1pPr>
            <a:lvl2pPr>
              <a:defRPr sz="1875" b="0">
                <a:solidFill>
                  <a:srgbClr val="0F172A"/>
                </a:solidFill>
                <a:latin typeface="Inter"/>
                <a:ea typeface="Inter"/>
                <a:cs typeface="Inter"/>
              </a:defRPr>
            </a:lvl2pPr>
            <a:lvl3pPr>
              <a:defRPr sz="1875" b="0">
                <a:solidFill>
                  <a:srgbClr val="0F172A"/>
                </a:solidFill>
                <a:latin typeface="Inter"/>
                <a:ea typeface="Inter"/>
                <a:cs typeface="Inter"/>
              </a:defRPr>
            </a:lvl3pPr>
            <a:lvl4pPr>
              <a:defRPr sz="1875" b="0">
                <a:solidFill>
                  <a:srgbClr val="0F172A"/>
                </a:solidFill>
                <a:latin typeface="Inter"/>
                <a:ea typeface="Inter"/>
                <a:cs typeface="Inter"/>
              </a:defRPr>
            </a:lvl4pPr>
            <a:lvl5pPr>
              <a:defRPr sz="1875" b="0">
                <a:solidFill>
                  <a:srgbClr val="0F172A"/>
                </a:solidFill>
                <a:latin typeface="Inter"/>
                <a:ea typeface="Inter"/>
                <a:cs typeface="Inter"/>
              </a:defRPr>
            </a:lvl5pPr>
            <a:lvl6pPr>
              <a:defRPr sz="1875" b="0">
                <a:solidFill>
                  <a:srgbClr val="0F172A"/>
                </a:solidFill>
                <a:latin typeface="Inter"/>
                <a:ea typeface="Inter"/>
                <a:cs typeface="Inter"/>
              </a:defRPr>
            </a:lvl6pPr>
            <a:lvl7pPr>
              <a:defRPr sz="1875" b="0">
                <a:solidFill>
                  <a:srgbClr val="0F172A"/>
                </a:solidFill>
                <a:latin typeface="Inter"/>
                <a:ea typeface="Inter"/>
                <a:cs typeface="Inter"/>
              </a:defRPr>
            </a:lvl7pPr>
            <a:lvl8pPr>
              <a:defRPr sz="1875" b="0">
                <a:solidFill>
                  <a:srgbClr val="0F172A"/>
                </a:solidFill>
                <a:latin typeface="Inter"/>
                <a:ea typeface="Inter"/>
                <a:cs typeface="Inter"/>
              </a:defRPr>
            </a:lvl8pPr>
            <a:lvl9pPr>
              <a:defRPr sz="1875" b="0">
                <a:solidFill>
                  <a:srgbClr val="0F172A"/>
                </a:solidFill>
                <a:latin typeface="Inter"/>
                <a:ea typeface="Inter"/>
                <a:cs typeface="Inter"/>
              </a:defRPr>
            </a:lvl9pPr>
          </a:lstStyle>
          <a:p xmlns:a="http://schemas.openxmlformats.org/drawingml/2006/main">
            <a:pPr>
              <a:defRPr sz="1875" b="0">
                <a:solidFill>
                  <a:srgbClr val="0F172A"/>
                </a:solidFill>
                <a:latin typeface="Inter"/>
                <a:ea typeface="Inter"/>
                <a:cs typeface="Inter"/>
              </a:defRPr>
            </a:pPr>
            <a:r>
              <a:rPr sz="1875" b="0">
                <a:solidFill>
                  <a:srgbClr val="0F172A"/>
                </a:solidFill>
                <a:latin typeface="Inter"/>
                <a:ea typeface="Inter"/>
                <a:cs typeface="Inter"/>
              </a:rPr>
              <a:t>Global accuracy: 67.72% baseline / 66.72% augmented</a:t>
            </a:r>
          </a:p>
        </p:txBody>
      </p:sp>
    </p:spTree>
    <p:extLst>
      <p:ext uri="{BB962C8B-B14F-4D97-AF65-F5344CB8AC3E}">
        <p14:creationId xmlns:p14="http://schemas.microsoft.com/office/powerpoint/2010/main" val="14986259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D4B17EB-4A08-4D6E-902F-D4AE674555D1}"/>
              </a:ext>
            </a:extLst>
          </p:cNvPr>
          <p:cNvSpPr>
            <a:spLocks xmlns:a="http://schemas.openxmlformats.org/drawingml/2006/main" noGrp="1"/>
          </p:cNvSpPr>
          <p:nvPr/>
        </p:nvSpPr>
        <p:spPr>
          <a:xfrm xmlns:a="http://schemas.openxmlformats.org/drawingml/2006/main">
            <a:off x="731520" y="384048"/>
            <a:ext cx="137160" cy="4434840"/>
          </a:xfrm>
          <a:prstGeom xmlns:a="http://schemas.openxmlformats.org/drawingml/2006/main" prst="rect">
            <a:avLst/>
          </a:prstGeom>
          <a:solidFill xmlns:a="http://schemas.openxmlformats.org/drawingml/2006/main">
            <a:srgbClr val="0284C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78549D-986C-47FA-914E-A8D3F97BE897}"/>
              </a:ext>
            </a:extLst>
          </p:cNvPr>
          <p:cNvSpPr>
            <a:spLocks xmlns:a="http://schemas.openxmlformats.org/drawingml/2006/main" noGrp="1"/>
          </p:cNvSpPr>
          <p:nvPr/>
        </p:nvSpPr>
        <p:spPr>
          <a:xfrm xmlns:a="http://schemas.openxmlformats.org/drawingml/2006/main">
            <a:off x="1076325" y="42862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2563EB"/>
                </a:solidFill>
                <a:latin typeface="Manrope"/>
                <a:ea typeface="Manrope"/>
                <a:cs typeface="Manrope"/>
              </a:defRPr>
            </a:defPPr>
            <a:lvl1pPr>
              <a:defRPr sz="1350" b="1">
                <a:solidFill>
                  <a:srgbClr val="2563EB"/>
                </a:solidFill>
                <a:latin typeface="Manrope"/>
                <a:ea typeface="Manrope"/>
                <a:cs typeface="Manrope"/>
              </a:defRPr>
            </a:lvl1pPr>
            <a:lvl2pPr>
              <a:defRPr sz="1350" b="1">
                <a:solidFill>
                  <a:srgbClr val="2563EB"/>
                </a:solidFill>
                <a:latin typeface="Manrope"/>
                <a:ea typeface="Manrope"/>
                <a:cs typeface="Manrope"/>
              </a:defRPr>
            </a:lvl2pPr>
            <a:lvl3pPr>
              <a:defRPr sz="1350" b="1">
                <a:solidFill>
                  <a:srgbClr val="2563EB"/>
                </a:solidFill>
                <a:latin typeface="Manrope"/>
                <a:ea typeface="Manrope"/>
                <a:cs typeface="Manrope"/>
              </a:defRPr>
            </a:lvl3pPr>
            <a:lvl4pPr>
              <a:defRPr sz="1350" b="1">
                <a:solidFill>
                  <a:srgbClr val="2563EB"/>
                </a:solidFill>
                <a:latin typeface="Manrope"/>
                <a:ea typeface="Manrope"/>
                <a:cs typeface="Manrope"/>
              </a:defRPr>
            </a:lvl4pPr>
            <a:lvl5pPr>
              <a:defRPr sz="1350" b="1">
                <a:solidFill>
                  <a:srgbClr val="2563EB"/>
                </a:solidFill>
                <a:latin typeface="Manrope"/>
                <a:ea typeface="Manrope"/>
                <a:cs typeface="Manrope"/>
              </a:defRPr>
            </a:lvl5pPr>
            <a:lvl6pPr>
              <a:defRPr sz="1350" b="1">
                <a:solidFill>
                  <a:srgbClr val="2563EB"/>
                </a:solidFill>
                <a:latin typeface="Manrope"/>
                <a:ea typeface="Manrope"/>
                <a:cs typeface="Manrope"/>
              </a:defRPr>
            </a:lvl6pPr>
            <a:lvl7pPr>
              <a:defRPr sz="1350" b="1">
                <a:solidFill>
                  <a:srgbClr val="2563EB"/>
                </a:solidFill>
                <a:latin typeface="Manrope"/>
                <a:ea typeface="Manrope"/>
                <a:cs typeface="Manrope"/>
              </a:defRPr>
            </a:lvl7pPr>
            <a:lvl8pPr>
              <a:defRPr sz="1350" b="1">
                <a:solidFill>
                  <a:srgbClr val="2563EB"/>
                </a:solidFill>
                <a:latin typeface="Manrope"/>
                <a:ea typeface="Manrope"/>
                <a:cs typeface="Manrope"/>
              </a:defRPr>
            </a:lvl8pPr>
            <a:lvl9pPr>
              <a:defRPr sz="1350" b="1">
                <a:solidFill>
                  <a:srgbClr val="2563EB"/>
                </a:solidFill>
                <a:latin typeface="Manrope"/>
                <a:ea typeface="Manrope"/>
                <a:cs typeface="Manrope"/>
              </a:defRPr>
            </a:lvl9pPr>
          </a:lstStyle>
          <a:p xmlns:a="http://schemas.openxmlformats.org/drawingml/2006/main">
            <a:pPr>
              <a:defRPr sz="1350" b="1">
                <a:solidFill>
                  <a:srgbClr val="2563EB"/>
                </a:solidFill>
                <a:latin typeface="Manrope"/>
                <a:ea typeface="Manrope"/>
                <a:cs typeface="Manrope"/>
              </a:defRPr>
            </a:pPr>
            <a:r>
              <a:rPr sz="1350" b="1">
                <a:solidFill>
                  <a:srgbClr val="2563EB"/>
                </a:solidFill>
                <a:latin typeface="Manrope"/>
                <a:ea typeface="Manrope"/>
                <a:cs typeface="Manrope"/>
              </a:rPr>
              <a:t>04  RESULTS</a:t>
            </a:r>
          </a:p>
        </p:txBody>
      </p:sp>
      <p:sp>
        <p:nvSpPr>
          <p:cNvPr id="3" name="">
            <a:extLst xmlns:a="http://schemas.openxmlformats.org/drawingml/2006/main">
              <a:ext uri="{FF2B5EF4-FFF2-40B4-BE49-F238E27FC236}">
                <a16:creationId xmlns:a16="http://schemas.microsoft.com/office/drawing/2014/main" id="{96DDBEC2-32CB-46AB-90D7-C43FB986D072}"/>
              </a:ext>
            </a:extLst>
          </p:cNvPr>
          <p:cNvSpPr>
            <a:spLocks xmlns:a="http://schemas.openxmlformats.org/drawingml/2006/main" noGrp="1"/>
          </p:cNvSpPr>
          <p:nvPr/>
        </p:nvSpPr>
        <p:spPr>
          <a:xfrm xmlns:a="http://schemas.openxmlformats.org/drawingml/2006/main">
            <a:off x="1005840" y="804672"/>
            <a:ext cx="104203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0F172A"/>
                </a:solidFill>
                <a:latin typeface="Manrope"/>
                <a:ea typeface="Manrope"/>
                <a:cs typeface="Manrope"/>
              </a:defRPr>
            </a:defPPr>
            <a:lvl1pPr>
              <a:defRPr sz="3000" b="1">
                <a:solidFill>
                  <a:srgbClr val="0F172A"/>
                </a:solidFill>
                <a:latin typeface="Manrope"/>
                <a:ea typeface="Manrope"/>
                <a:cs typeface="Manrope"/>
              </a:defRPr>
            </a:lvl1pPr>
            <a:lvl2pPr>
              <a:defRPr sz="3000" b="1">
                <a:solidFill>
                  <a:srgbClr val="0F172A"/>
                </a:solidFill>
                <a:latin typeface="Manrope"/>
                <a:ea typeface="Manrope"/>
                <a:cs typeface="Manrope"/>
              </a:defRPr>
            </a:lvl2pPr>
            <a:lvl3pPr>
              <a:defRPr sz="3000" b="1">
                <a:solidFill>
                  <a:srgbClr val="0F172A"/>
                </a:solidFill>
                <a:latin typeface="Manrope"/>
                <a:ea typeface="Manrope"/>
                <a:cs typeface="Manrope"/>
              </a:defRPr>
            </a:lvl3pPr>
            <a:lvl4pPr>
              <a:defRPr sz="3000" b="1">
                <a:solidFill>
                  <a:srgbClr val="0F172A"/>
                </a:solidFill>
                <a:latin typeface="Manrope"/>
                <a:ea typeface="Manrope"/>
                <a:cs typeface="Manrope"/>
              </a:defRPr>
            </a:lvl4pPr>
            <a:lvl5pPr>
              <a:defRPr sz="3000" b="1">
                <a:solidFill>
                  <a:srgbClr val="0F172A"/>
                </a:solidFill>
                <a:latin typeface="Manrope"/>
                <a:ea typeface="Manrope"/>
                <a:cs typeface="Manrope"/>
              </a:defRPr>
            </a:lvl5pPr>
            <a:lvl6pPr>
              <a:defRPr sz="3000" b="1">
                <a:solidFill>
                  <a:srgbClr val="0F172A"/>
                </a:solidFill>
                <a:latin typeface="Manrope"/>
                <a:ea typeface="Manrope"/>
                <a:cs typeface="Manrope"/>
              </a:defRPr>
            </a:lvl6pPr>
            <a:lvl7pPr>
              <a:defRPr sz="3000" b="1">
                <a:solidFill>
                  <a:srgbClr val="0F172A"/>
                </a:solidFill>
                <a:latin typeface="Manrope"/>
                <a:ea typeface="Manrope"/>
                <a:cs typeface="Manrope"/>
              </a:defRPr>
            </a:lvl7pPr>
            <a:lvl8pPr>
              <a:defRPr sz="3000" b="1">
                <a:solidFill>
                  <a:srgbClr val="0F172A"/>
                </a:solidFill>
                <a:latin typeface="Manrope"/>
                <a:ea typeface="Manrope"/>
                <a:cs typeface="Manrope"/>
              </a:defRPr>
            </a:lvl8pPr>
            <a:lvl9pPr>
              <a:defRPr sz="3000" b="1">
                <a:solidFill>
                  <a:srgbClr val="0F172A"/>
                </a:solidFill>
                <a:latin typeface="Manrope"/>
                <a:ea typeface="Manrope"/>
                <a:cs typeface="Manrope"/>
              </a:defRPr>
            </a:lvl9pPr>
          </a:lstStyle>
          <a:p xmlns:a="http://schemas.openxmlformats.org/drawingml/2006/main">
            <a:pPr>
              <a:defRPr sz="3000" b="1">
                <a:solidFill>
                  <a:srgbClr val="0F172A"/>
                </a:solidFill>
                <a:latin typeface="Manrope"/>
                <a:ea typeface="Manrope"/>
                <a:cs typeface="Manrope"/>
              </a:defRPr>
            </a:pPr>
            <a:r>
              <a:rPr sz="3000" b="1">
                <a:solidFill>
                  <a:srgbClr val="0F172A"/>
                </a:solidFill>
                <a:latin typeface="Manrope"/>
                <a:ea typeface="Manrope"/>
                <a:cs typeface="Manrope"/>
              </a:rPr>
              <a:t>Macro-F1 across the SNR grid</a:t>
            </a:r>
          </a:p>
        </p:txBody>
      </p:sp>
      <p:sp>
        <p:nvSpPr>
          <p:cNvPr id="4" name="">
            <a:extLst xmlns:a="http://schemas.openxmlformats.org/drawingml/2006/main">
              <a:ext uri="{FF2B5EF4-FFF2-40B4-BE49-F238E27FC236}">
                <a16:creationId xmlns:a16="http://schemas.microsoft.com/office/drawing/2014/main" id="{6F07DFC2-CA8F-49EB-9E55-45FBC412A91E}"/>
              </a:ext>
            </a:extLst>
          </p:cNvPr>
          <p:cNvSpPr>
            <a:spLocks xmlns:a="http://schemas.openxmlformats.org/drawingml/2006/main" noGrp="1"/>
          </p:cNvSpPr>
          <p:nvPr/>
        </p:nvSpPr>
        <p:spPr>
          <a:xfrm xmlns:a="http://schemas.openxmlformats.org/drawingml/2006/main">
            <a:off x="1005840" y="1390650"/>
            <a:ext cx="1042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0F172A"/>
                </a:solidFill>
                <a:latin typeface="Inter"/>
                <a:ea typeface="Inter"/>
                <a:cs typeface="Inter"/>
              </a:defRPr>
            </a:defPPr>
            <a:lvl1pPr>
              <a:defRPr sz="1575" b="0">
                <a:solidFill>
                  <a:srgbClr val="0F172A"/>
                </a:solidFill>
                <a:latin typeface="Inter"/>
                <a:ea typeface="Inter"/>
                <a:cs typeface="Inter"/>
              </a:defRPr>
            </a:lvl1pPr>
            <a:lvl2pPr>
              <a:defRPr sz="1575" b="0">
                <a:solidFill>
                  <a:srgbClr val="0F172A"/>
                </a:solidFill>
                <a:latin typeface="Inter"/>
                <a:ea typeface="Inter"/>
                <a:cs typeface="Inter"/>
              </a:defRPr>
            </a:lvl2pPr>
            <a:lvl3pPr>
              <a:defRPr sz="1575" b="0">
                <a:solidFill>
                  <a:srgbClr val="0F172A"/>
                </a:solidFill>
                <a:latin typeface="Inter"/>
                <a:ea typeface="Inter"/>
                <a:cs typeface="Inter"/>
              </a:defRPr>
            </a:lvl3pPr>
            <a:lvl4pPr>
              <a:defRPr sz="1575" b="0">
                <a:solidFill>
                  <a:srgbClr val="0F172A"/>
                </a:solidFill>
                <a:latin typeface="Inter"/>
                <a:ea typeface="Inter"/>
                <a:cs typeface="Inter"/>
              </a:defRPr>
            </a:lvl4pPr>
            <a:lvl5pPr>
              <a:defRPr sz="1575" b="0">
                <a:solidFill>
                  <a:srgbClr val="0F172A"/>
                </a:solidFill>
                <a:latin typeface="Inter"/>
                <a:ea typeface="Inter"/>
                <a:cs typeface="Inter"/>
              </a:defRPr>
            </a:lvl5pPr>
            <a:lvl6pPr>
              <a:defRPr sz="1575" b="0">
                <a:solidFill>
                  <a:srgbClr val="0F172A"/>
                </a:solidFill>
                <a:latin typeface="Inter"/>
                <a:ea typeface="Inter"/>
                <a:cs typeface="Inter"/>
              </a:defRPr>
            </a:lvl6pPr>
            <a:lvl7pPr>
              <a:defRPr sz="1575" b="0">
                <a:solidFill>
                  <a:srgbClr val="0F172A"/>
                </a:solidFill>
                <a:latin typeface="Inter"/>
                <a:ea typeface="Inter"/>
                <a:cs typeface="Inter"/>
              </a:defRPr>
            </a:lvl7pPr>
            <a:lvl8pPr>
              <a:defRPr sz="1575" b="0">
                <a:solidFill>
                  <a:srgbClr val="0F172A"/>
                </a:solidFill>
                <a:latin typeface="Inter"/>
                <a:ea typeface="Inter"/>
                <a:cs typeface="Inter"/>
              </a:defRPr>
            </a:lvl8pPr>
            <a:lvl9pPr>
              <a:defRPr sz="1575" b="0">
                <a:solidFill>
                  <a:srgbClr val="0F172A"/>
                </a:solidFill>
                <a:latin typeface="Inter"/>
                <a:ea typeface="Inter"/>
                <a:cs typeface="Inter"/>
              </a:defRPr>
            </a:lvl9pPr>
          </a:lstStyle>
          <a:p xmlns:a="http://schemas.openxmlformats.org/drawingml/2006/main">
            <a:pPr>
              <a:defRPr sz="1575" b="0">
                <a:solidFill>
                  <a:srgbClr val="0F172A"/>
                </a:solidFill>
                <a:latin typeface="Inter"/>
                <a:ea typeface="Inter"/>
                <a:cs typeface="Inter"/>
              </a:defRPr>
            </a:pPr>
            <a:r>
              <a:rPr sz="1575" b="0">
                <a:solidFill>
                  <a:srgbClr val="0F172A"/>
                </a:solidFill>
                <a:latin typeface="Inter"/>
                <a:ea typeface="Inter"/>
                <a:cs typeface="Inter"/>
              </a:rPr>
              <a:t>Class-balanced performance complements accuracy</a:t>
            </a:r>
          </a:p>
        </p:txBody>
      </p:sp>
      <p:sp>
        <p:nvSpPr>
          <p:cNvPr id="5" name="">
            <a:extLst xmlns:a="http://schemas.openxmlformats.org/drawingml/2006/main">
              <a:ext uri="{FF2B5EF4-FFF2-40B4-BE49-F238E27FC236}">
                <a16:creationId xmlns:a16="http://schemas.microsoft.com/office/drawing/2014/main" id="{58228045-BDA3-4C0D-817E-4373DC208AE5}"/>
              </a:ext>
            </a:extLst>
          </p:cNvPr>
          <p:cNvSpPr>
            <a:spLocks xmlns:a="http://schemas.openxmlformats.org/drawingml/2006/main" noGrp="1"/>
          </p:cNvSpPr>
          <p:nvPr/>
        </p:nvSpPr>
        <p:spPr>
          <a:xfrm xmlns:a="http://schemas.openxmlformats.org/drawingml/2006/main">
            <a:off x="731520" y="61912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94A3B8"/>
                </a:solidFill>
                <a:latin typeface="Inter"/>
                <a:ea typeface="Inter"/>
                <a:cs typeface="Inter"/>
              </a:defRPr>
            </a:defPPr>
            <a:lvl1pPr>
              <a:defRPr sz="900" b="0">
                <a:solidFill>
                  <a:srgbClr val="94A3B8"/>
                </a:solidFill>
                <a:latin typeface="Inter"/>
                <a:ea typeface="Inter"/>
                <a:cs typeface="Inter"/>
              </a:defRPr>
            </a:lvl1pPr>
            <a:lvl2pPr>
              <a:defRPr sz="900" b="0">
                <a:solidFill>
                  <a:srgbClr val="94A3B8"/>
                </a:solidFill>
                <a:latin typeface="Inter"/>
                <a:ea typeface="Inter"/>
                <a:cs typeface="Inter"/>
              </a:defRPr>
            </a:lvl2pPr>
            <a:lvl3pPr>
              <a:defRPr sz="900" b="0">
                <a:solidFill>
                  <a:srgbClr val="94A3B8"/>
                </a:solidFill>
                <a:latin typeface="Inter"/>
                <a:ea typeface="Inter"/>
                <a:cs typeface="Inter"/>
              </a:defRPr>
            </a:lvl3pPr>
            <a:lvl4pPr>
              <a:defRPr sz="900" b="0">
                <a:solidFill>
                  <a:srgbClr val="94A3B8"/>
                </a:solidFill>
                <a:latin typeface="Inter"/>
                <a:ea typeface="Inter"/>
                <a:cs typeface="Inter"/>
              </a:defRPr>
            </a:lvl4pPr>
            <a:lvl5pPr>
              <a:defRPr sz="900" b="0">
                <a:solidFill>
                  <a:srgbClr val="94A3B8"/>
                </a:solidFill>
                <a:latin typeface="Inter"/>
                <a:ea typeface="Inter"/>
                <a:cs typeface="Inter"/>
              </a:defRPr>
            </a:lvl5pPr>
            <a:lvl6pPr>
              <a:defRPr sz="900" b="0">
                <a:solidFill>
                  <a:srgbClr val="94A3B8"/>
                </a:solidFill>
                <a:latin typeface="Inter"/>
                <a:ea typeface="Inter"/>
                <a:cs typeface="Inter"/>
              </a:defRPr>
            </a:lvl6pPr>
            <a:lvl7pPr>
              <a:defRPr sz="900" b="0">
                <a:solidFill>
                  <a:srgbClr val="94A3B8"/>
                </a:solidFill>
                <a:latin typeface="Inter"/>
                <a:ea typeface="Inter"/>
                <a:cs typeface="Inter"/>
              </a:defRPr>
            </a:lvl7pPr>
            <a:lvl8pPr>
              <a:defRPr sz="900" b="0">
                <a:solidFill>
                  <a:srgbClr val="94A3B8"/>
                </a:solidFill>
                <a:latin typeface="Inter"/>
                <a:ea typeface="Inter"/>
                <a:cs typeface="Inter"/>
              </a:defRPr>
            </a:lvl8pPr>
            <a:lvl9pPr>
              <a:defRPr sz="900" b="0">
                <a:solidFill>
                  <a:srgbClr val="94A3B8"/>
                </a:solidFill>
                <a:latin typeface="Inter"/>
                <a:ea typeface="Inter"/>
                <a:cs typeface="Inter"/>
              </a:defRPr>
            </a:lvl9pPr>
          </a:lstStyle>
          <a:p xmlns:a="http://schemas.openxmlformats.org/drawingml/2006/main">
            <a:pPr>
              <a:defRPr sz="900" b="0">
                <a:solidFill>
                  <a:srgbClr val="94A3B8"/>
                </a:solidFill>
                <a:latin typeface="Inter"/>
                <a:ea typeface="Inter"/>
                <a:cs typeface="Inter"/>
              </a:defRPr>
            </a:pPr>
            <a:r>
              <a:rPr sz="900" b="0">
                <a:solidFill>
                  <a:srgbClr val="94A3B8"/>
                </a:solidFill>
                <a:latin typeface="Inter"/>
                <a:ea typeface="Inter"/>
                <a:cs typeface="Inter"/>
              </a:rPr>
              <a:t>EE136: Machine Learning for Wireless Communications</a:t>
            </a:r>
          </a:p>
        </p:txBody>
      </p:sp>
      <p:sp>
        <p:nvSpPr>
          <p:cNvPr id="6" name="">
            <a:extLst xmlns:a="http://schemas.openxmlformats.org/drawingml/2006/main">
              <a:ext uri="{FF2B5EF4-FFF2-40B4-BE49-F238E27FC236}">
                <a16:creationId xmlns:a16="http://schemas.microsoft.com/office/drawing/2014/main" id="{967E8D98-7501-4801-9617-277490B60F97}"/>
              </a:ext>
            </a:extLst>
          </p:cNvPr>
          <p:cNvSpPr>
            <a:spLocks xmlns:a="http://schemas.openxmlformats.org/drawingml/2006/main" noGrp="1"/>
          </p:cNvSpPr>
          <p:nvPr/>
        </p:nvSpPr>
        <p:spPr>
          <a:xfrm xmlns:a="http://schemas.openxmlformats.org/drawingml/2006/main">
            <a:off x="10096500" y="61912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94A3B8"/>
                </a:solidFill>
                <a:latin typeface="Inter"/>
                <a:ea typeface="Inter"/>
                <a:cs typeface="Inter"/>
              </a:defRPr>
            </a:defPPr>
            <a:lvl1pPr>
              <a:defRPr sz="900" b="0">
                <a:solidFill>
                  <a:srgbClr val="94A3B8"/>
                </a:solidFill>
                <a:latin typeface="Inter"/>
                <a:ea typeface="Inter"/>
                <a:cs typeface="Inter"/>
              </a:defRPr>
            </a:lvl1pPr>
            <a:lvl2pPr>
              <a:defRPr sz="900" b="0">
                <a:solidFill>
                  <a:srgbClr val="94A3B8"/>
                </a:solidFill>
                <a:latin typeface="Inter"/>
                <a:ea typeface="Inter"/>
                <a:cs typeface="Inter"/>
              </a:defRPr>
            </a:lvl2pPr>
            <a:lvl3pPr>
              <a:defRPr sz="900" b="0">
                <a:solidFill>
                  <a:srgbClr val="94A3B8"/>
                </a:solidFill>
                <a:latin typeface="Inter"/>
                <a:ea typeface="Inter"/>
                <a:cs typeface="Inter"/>
              </a:defRPr>
            </a:lvl3pPr>
            <a:lvl4pPr>
              <a:defRPr sz="900" b="0">
                <a:solidFill>
                  <a:srgbClr val="94A3B8"/>
                </a:solidFill>
                <a:latin typeface="Inter"/>
                <a:ea typeface="Inter"/>
                <a:cs typeface="Inter"/>
              </a:defRPr>
            </a:lvl4pPr>
            <a:lvl5pPr>
              <a:defRPr sz="900" b="0">
                <a:solidFill>
                  <a:srgbClr val="94A3B8"/>
                </a:solidFill>
                <a:latin typeface="Inter"/>
                <a:ea typeface="Inter"/>
                <a:cs typeface="Inter"/>
              </a:defRPr>
            </a:lvl5pPr>
            <a:lvl6pPr>
              <a:defRPr sz="900" b="0">
                <a:solidFill>
                  <a:srgbClr val="94A3B8"/>
                </a:solidFill>
                <a:latin typeface="Inter"/>
                <a:ea typeface="Inter"/>
                <a:cs typeface="Inter"/>
              </a:defRPr>
            </a:lvl6pPr>
            <a:lvl7pPr>
              <a:defRPr sz="900" b="0">
                <a:solidFill>
                  <a:srgbClr val="94A3B8"/>
                </a:solidFill>
                <a:latin typeface="Inter"/>
                <a:ea typeface="Inter"/>
                <a:cs typeface="Inter"/>
              </a:defRPr>
            </a:lvl7pPr>
            <a:lvl8pPr>
              <a:defRPr sz="900" b="0">
                <a:solidFill>
                  <a:srgbClr val="94A3B8"/>
                </a:solidFill>
                <a:latin typeface="Inter"/>
                <a:ea typeface="Inter"/>
                <a:cs typeface="Inter"/>
              </a:defRPr>
            </a:lvl8pPr>
            <a:lvl9pPr>
              <a:defRPr sz="900" b="0">
                <a:solidFill>
                  <a:srgbClr val="94A3B8"/>
                </a:solidFill>
                <a:latin typeface="Inter"/>
                <a:ea typeface="Inter"/>
                <a:cs typeface="Inter"/>
              </a:defRPr>
            </a:lvl9pPr>
          </a:lstStyle>
          <a:p xmlns:a="http://schemas.openxmlformats.org/drawingml/2006/main">
            <a:pPr>
              <a:defRPr sz="900" b="0">
                <a:solidFill>
                  <a:srgbClr val="94A3B8"/>
                </a:solidFill>
                <a:latin typeface="Inter"/>
                <a:ea typeface="Inter"/>
                <a:cs typeface="Inter"/>
              </a:defRPr>
            </a:pPr>
            <a:r>
              <a:rPr sz="900" b="0">
                <a:solidFill>
                  <a:srgbClr val="94A3B8"/>
                </a:solidFill>
                <a:latin typeface="Inter"/>
                <a:ea typeface="Inter"/>
                <a:cs typeface="Inter"/>
              </a:rPr>
              <a:t>Slide 9 of 14</a:t>
            </a:r>
          </a:p>
        </p:txBody>
      </p:sp>
      <p:graphicFrame>
        <p:nvGraphicFramePr>
          <p:cNvPr id="7" name="Chart">
            <a:extLst xmlns:a="http://schemas.openxmlformats.org/drawingml/2006/main">
              <a:ext uri="{FF2B5EF4-FFF2-40B4-BE49-F238E27FC236}">
                <a16:creationId xmlns:a16="http://schemas.microsoft.com/office/drawing/2014/main" id="{5CFB5BC1-ACCB-4936-8855-3C5BFB4D4ACC}"/>
              </a:ext>
            </a:extLst>
          </p:cNvPr>
          <p:cNvGraphicFramePr/>
          <p:nvPr/>
        </p:nvGraphicFramePr>
        <p:xfrm>
          <a:off xmlns:a="http://schemas.openxmlformats.org/drawingml/2006/main" x="1047750" y="1952625"/>
          <a:ext xmlns:a="http://schemas.openxmlformats.org/drawingml/2006/main" cx="10239375" cy="3571875"/>
        </p:xfrm>
        <a:graphic xmlns:a="http://schemas.openxmlformats.org/drawingml/2006/main">
          <a:graphicData uri="http://schemas.openxmlformats.org/drawingml/2006/chart">
            <c:chart xmlns:r="http://schemas.openxmlformats.org/officeDocument/2006/relationships" xmlns:c="http://schemas.openxmlformats.org/drawingml/2006/chart" r:id="Refb30a22078f4fb2"/>
          </a:graphicData>
        </a:graphic>
      </p:graphicFrame>
      <p:sp>
        <p:nvSpPr>
          <p:cNvPr id="8" name="">
            <a:extLst xmlns:a="http://schemas.openxmlformats.org/drawingml/2006/main">
              <a:ext uri="{FF2B5EF4-FFF2-40B4-BE49-F238E27FC236}">
                <a16:creationId xmlns:a16="http://schemas.microsoft.com/office/drawing/2014/main" id="{C3CA55CA-D659-45EB-AC08-8ACF8851E9DA}"/>
              </a:ext>
            </a:extLst>
          </p:cNvPr>
          <p:cNvSpPr>
            <a:spLocks xmlns:a="http://schemas.openxmlformats.org/drawingml/2006/main" noGrp="1"/>
          </p:cNvSpPr>
          <p:nvPr/>
        </p:nvSpPr>
        <p:spPr>
          <a:xfrm xmlns:a="http://schemas.openxmlformats.org/drawingml/2006/main">
            <a:off x="1285875" y="5676900"/>
            <a:ext cx="990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0F172A"/>
                </a:solidFill>
                <a:latin typeface="Inter"/>
                <a:ea typeface="Inter"/>
                <a:cs typeface="Inter"/>
              </a:defRPr>
            </a:defPPr>
            <a:lvl1pPr>
              <a:defRPr sz="1875" b="0">
                <a:solidFill>
                  <a:srgbClr val="0F172A"/>
                </a:solidFill>
                <a:latin typeface="Inter"/>
                <a:ea typeface="Inter"/>
                <a:cs typeface="Inter"/>
              </a:defRPr>
            </a:lvl1pPr>
            <a:lvl2pPr>
              <a:defRPr sz="1875" b="0">
                <a:solidFill>
                  <a:srgbClr val="0F172A"/>
                </a:solidFill>
                <a:latin typeface="Inter"/>
                <a:ea typeface="Inter"/>
                <a:cs typeface="Inter"/>
              </a:defRPr>
            </a:lvl2pPr>
            <a:lvl3pPr>
              <a:defRPr sz="1875" b="0">
                <a:solidFill>
                  <a:srgbClr val="0F172A"/>
                </a:solidFill>
                <a:latin typeface="Inter"/>
                <a:ea typeface="Inter"/>
                <a:cs typeface="Inter"/>
              </a:defRPr>
            </a:lvl3pPr>
            <a:lvl4pPr>
              <a:defRPr sz="1875" b="0">
                <a:solidFill>
                  <a:srgbClr val="0F172A"/>
                </a:solidFill>
                <a:latin typeface="Inter"/>
                <a:ea typeface="Inter"/>
                <a:cs typeface="Inter"/>
              </a:defRPr>
            </a:lvl4pPr>
            <a:lvl5pPr>
              <a:defRPr sz="1875" b="0">
                <a:solidFill>
                  <a:srgbClr val="0F172A"/>
                </a:solidFill>
                <a:latin typeface="Inter"/>
                <a:ea typeface="Inter"/>
                <a:cs typeface="Inter"/>
              </a:defRPr>
            </a:lvl5pPr>
            <a:lvl6pPr>
              <a:defRPr sz="1875" b="0">
                <a:solidFill>
                  <a:srgbClr val="0F172A"/>
                </a:solidFill>
                <a:latin typeface="Inter"/>
                <a:ea typeface="Inter"/>
                <a:cs typeface="Inter"/>
              </a:defRPr>
            </a:lvl6pPr>
            <a:lvl7pPr>
              <a:defRPr sz="1875" b="0">
                <a:solidFill>
                  <a:srgbClr val="0F172A"/>
                </a:solidFill>
                <a:latin typeface="Inter"/>
                <a:ea typeface="Inter"/>
                <a:cs typeface="Inter"/>
              </a:defRPr>
            </a:lvl7pPr>
            <a:lvl8pPr>
              <a:defRPr sz="1875" b="0">
                <a:solidFill>
                  <a:srgbClr val="0F172A"/>
                </a:solidFill>
                <a:latin typeface="Inter"/>
                <a:ea typeface="Inter"/>
                <a:cs typeface="Inter"/>
              </a:defRPr>
            </a:lvl8pPr>
            <a:lvl9pPr>
              <a:defRPr sz="1875" b="0">
                <a:solidFill>
                  <a:srgbClr val="0F172A"/>
                </a:solidFill>
                <a:latin typeface="Inter"/>
                <a:ea typeface="Inter"/>
                <a:cs typeface="Inter"/>
              </a:defRPr>
            </a:lvl9pPr>
          </a:lstStyle>
          <a:p xmlns:a="http://schemas.openxmlformats.org/drawingml/2006/main">
            <a:pPr>
              <a:defRPr sz="1875" b="0">
                <a:solidFill>
                  <a:srgbClr val="0F172A"/>
                </a:solidFill>
                <a:latin typeface="Inter"/>
                <a:ea typeface="Inter"/>
                <a:cs typeface="Inter"/>
              </a:defRPr>
            </a:pPr>
            <a:r>
              <a:rPr sz="1875" b="0">
                <a:solidFill>
                  <a:srgbClr val="0F172A"/>
                </a:solidFill>
                <a:latin typeface="Inter"/>
                <a:ea typeface="Inter"/>
                <a:cs typeface="Inter"/>
              </a:rPr>
              <a:t>Global Macro-F1: baseline 0.6668 / augmented 0.6614</a:t>
            </a:r>
          </a:p>
        </p:txBody>
      </p:sp>
    </p:spTree>
    <p:extLst>
      <p:ext uri="{BB962C8B-B14F-4D97-AF65-F5344CB8AC3E}">
        <p14:creationId xmlns:p14="http://schemas.microsoft.com/office/powerpoint/2010/main" val="33247403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ounded Rectangle 1">
            <a:extLst xmlns:a="http://schemas.openxmlformats.org/drawingml/2006/main">
              <a:ext uri="{FF2B5EF4-FFF2-40B4-BE49-F238E27FC236}">
                <a16:creationId xmlns:a16="http://schemas.microsoft.com/office/drawing/2014/main" id="{DECCF14C-BE46-43E6-ACF5-F80E2924ADE3}"/>
              </a:ext>
            </a:extLst>
          </p:cNvPr>
          <p:cNvSpPr>
            <a:spLocks xmlns:a="http://schemas.openxmlformats.org/drawingml/2006/main" noGrp="1"/>
          </p:cNvSpPr>
          <p:nvPr/>
        </p:nvSpPr>
        <p:spPr>
          <a:xfrm xmlns:a="http://schemas.openxmlformats.org/drawingml/2006/main">
            <a:off x="731520" y="384048"/>
            <a:ext cx="137160" cy="4434840"/>
          </a:xfrm>
          <a:prstGeom xmlns:a="http://schemas.openxmlformats.org/drawingml/2006/main" prst="roundRect">
            <a:avLst>
              <a:gd name="adj" fmla="val 4000"/>
            </a:avLst>
          </a:prstGeom>
          <a:solidFill xmlns:a="http://schemas.openxmlformats.org/drawingml/2006/main">
            <a:srgbClr val="0284C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ounded Rectangle 2">
            <a:extLst xmlns:a="http://schemas.openxmlformats.org/drawingml/2006/main">
              <a:ext uri="{FF2B5EF4-FFF2-40B4-BE49-F238E27FC236}">
                <a16:creationId xmlns:a16="http://schemas.microsoft.com/office/drawing/2014/main" id="{7ECE65E3-4E4E-4B48-B7A7-C7875B5F0F4A}"/>
              </a:ext>
            </a:extLst>
          </p:cNvPr>
          <p:cNvSpPr>
            <a:spLocks xmlns:a="http://schemas.openxmlformats.org/drawingml/2006/main" noGrp="1"/>
          </p:cNvSpPr>
          <p:nvPr/>
        </p:nvSpPr>
        <p:spPr>
          <a:xfrm xmlns:a="http://schemas.openxmlformats.org/drawingml/2006/main">
            <a:off x="1005840" y="384048"/>
            <a:ext cx="2500884" cy="329184"/>
          </a:xfrm>
          <a:prstGeom xmlns:a="http://schemas.openxmlformats.org/drawingml/2006/main" prst="roundRect">
            <a:avLst>
              <a:gd name="adj" fmla="val 4000"/>
            </a:avLst>
          </a:prstGeom>
          <a:solidFill xmlns:a="http://schemas.openxmlformats.org/drawingml/2006/main">
            <a:srgbClr val="256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9F49C321-190B-4504-9FA7-219CC7DD4703}"/>
              </a:ext>
            </a:extLst>
          </p:cNvPr>
          <p:cNvSpPr>
            <a:spLocks xmlns:a="http://schemas.openxmlformats.org/drawingml/2006/main" noGrp="1"/>
          </p:cNvSpPr>
          <p:nvPr/>
        </p:nvSpPr>
        <p:spPr>
          <a:xfrm xmlns:a="http://schemas.openxmlformats.org/drawingml/2006/main">
            <a:off x="1078992" y="402336"/>
            <a:ext cx="2500884" cy="3017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100" b="1">
                <a:solidFill>
                  <a:srgbClr val="FFFFFF"/>
                </a:solidFill>
                <a:latin typeface="Manrope"/>
                <a:ea typeface="Manrope"/>
                <a:cs typeface="Manrope"/>
              </a:rPr>
              <a:t>04 • KẾT QUẢ &amp; DEMO</a:t>
            </a:r>
          </a:p>
        </p:txBody>
      </p:sp>
      <p:sp>
        <p:nvSpPr>
          <p:cNvPr id="5" name="TextBox 4">
            <a:extLst xmlns:a="http://schemas.openxmlformats.org/drawingml/2006/main">
              <a:ext uri="{FF2B5EF4-FFF2-40B4-BE49-F238E27FC236}">
                <a16:creationId xmlns:a16="http://schemas.microsoft.com/office/drawing/2014/main" id="{C10DDA94-DFD6-4835-8327-6D791325A231}"/>
              </a:ext>
            </a:extLst>
          </p:cNvPr>
          <p:cNvSpPr>
            <a:spLocks xmlns:a="http://schemas.openxmlformats.org/drawingml/2006/main" noGrp="1"/>
          </p:cNvSpPr>
          <p:nvPr/>
        </p:nvSpPr>
        <p:spPr>
          <a:xfrm xmlns:a="http://schemas.openxmlformats.org/drawingml/2006/main">
            <a:off x="1005840" y="804672"/>
            <a:ext cx="10424160"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3000" b="1">
                <a:solidFill>
                  <a:srgbClr val="0F172A"/>
                </a:solidFill>
                <a:latin typeface="Manrope"/>
                <a:ea typeface="Manrope"/>
                <a:cs typeface="Manrope"/>
              </a:defRPr>
            </a:defPPr>
            <a:lvl1pPr>
              <a:defRPr sz="3000" b="1">
                <a:solidFill>
                  <a:srgbClr val="0F172A"/>
                </a:solidFill>
                <a:latin typeface="Manrope"/>
                <a:ea typeface="Manrope"/>
                <a:cs typeface="Manrope"/>
              </a:defRPr>
            </a:lvl1pPr>
            <a:lvl2pPr>
              <a:defRPr sz="3000" b="1">
                <a:solidFill>
                  <a:srgbClr val="0F172A"/>
                </a:solidFill>
                <a:latin typeface="Manrope"/>
                <a:ea typeface="Manrope"/>
                <a:cs typeface="Manrope"/>
              </a:defRPr>
            </a:lvl2pPr>
            <a:lvl3pPr>
              <a:defRPr sz="3000" b="1">
                <a:solidFill>
                  <a:srgbClr val="0F172A"/>
                </a:solidFill>
                <a:latin typeface="Manrope"/>
                <a:ea typeface="Manrope"/>
                <a:cs typeface="Manrope"/>
              </a:defRPr>
            </a:lvl3pPr>
            <a:lvl4pPr>
              <a:defRPr sz="3000" b="1">
                <a:solidFill>
                  <a:srgbClr val="0F172A"/>
                </a:solidFill>
                <a:latin typeface="Manrope"/>
                <a:ea typeface="Manrope"/>
                <a:cs typeface="Manrope"/>
              </a:defRPr>
            </a:lvl4pPr>
            <a:lvl5pPr>
              <a:defRPr sz="3000" b="1">
                <a:solidFill>
                  <a:srgbClr val="0F172A"/>
                </a:solidFill>
                <a:latin typeface="Manrope"/>
                <a:ea typeface="Manrope"/>
                <a:cs typeface="Manrope"/>
              </a:defRPr>
            </a:lvl5pPr>
            <a:lvl6pPr>
              <a:defRPr sz="3000" b="1">
                <a:solidFill>
                  <a:srgbClr val="0F172A"/>
                </a:solidFill>
                <a:latin typeface="Manrope"/>
                <a:ea typeface="Manrope"/>
                <a:cs typeface="Manrope"/>
              </a:defRPr>
            </a:lvl6pPr>
            <a:lvl7pPr>
              <a:defRPr sz="3000" b="1">
                <a:solidFill>
                  <a:srgbClr val="0F172A"/>
                </a:solidFill>
                <a:latin typeface="Manrope"/>
                <a:ea typeface="Manrope"/>
                <a:cs typeface="Manrope"/>
              </a:defRPr>
            </a:lvl7pPr>
            <a:lvl8pPr>
              <a:defRPr sz="3000" b="1">
                <a:solidFill>
                  <a:srgbClr val="0F172A"/>
                </a:solidFill>
                <a:latin typeface="Manrope"/>
                <a:ea typeface="Manrope"/>
                <a:cs typeface="Manrope"/>
              </a:defRPr>
            </a:lvl8pPr>
            <a:lvl9pPr>
              <a:defRPr sz="3000" b="1">
                <a:solidFill>
                  <a:srgbClr val="0F172A"/>
                </a:solidFill>
                <a:latin typeface="Manrope"/>
                <a:ea typeface="Manrope"/>
                <a:cs typeface="Manrope"/>
              </a:defRPr>
            </a:lvl9pPr>
          </a:lstStyle>
          <a:p xmlns:a="http://schemas.openxmlformats.org/drawingml/2006/main">
            <a:pPr>
              <a:defRPr sz="3000" b="1">
                <a:solidFill>
                  <a:srgbClr val="0F172A"/>
                </a:solidFill>
                <a:latin typeface="Manrope"/>
                <a:ea typeface="Manrope"/>
                <a:cs typeface="Manrope"/>
              </a:defRPr>
            </a:pPr>
            <a:r>
              <a:rPr sz="3000" b="1">
                <a:solidFill>
                  <a:srgbClr val="0F172A"/>
                </a:solidFill>
                <a:latin typeface="Manrope"/>
                <a:ea typeface="Manrope"/>
                <a:cs typeface="Manrope"/>
              </a:rPr>
              <a:t>Class confusion at −4 dB</a:t>
            </a:r>
          </a:p>
        </p:txBody>
      </p:sp>
      <p:sp>
        <p:nvSpPr>
          <p:cNvPr id="6" name="TextBox 5">
            <a:extLst xmlns:a="http://schemas.openxmlformats.org/drawingml/2006/main">
              <a:ext uri="{FF2B5EF4-FFF2-40B4-BE49-F238E27FC236}">
                <a16:creationId xmlns:a16="http://schemas.microsoft.com/office/drawing/2014/main" id="{12C725E5-8670-4259-9A31-05C8FB0FB83A}"/>
              </a:ext>
            </a:extLst>
          </p:cNvPr>
          <p:cNvSpPr>
            <a:spLocks xmlns:a="http://schemas.openxmlformats.org/drawingml/2006/main" noGrp="1"/>
          </p:cNvSpPr>
          <p:nvPr/>
        </p:nvSpPr>
        <p:spPr>
          <a:xfrm xmlns:a="http://schemas.openxmlformats.org/drawingml/2006/main">
            <a:off x="1005840" y="1389888"/>
            <a:ext cx="4789488" cy="24003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575">
                <a:solidFill>
                  <a:srgbClr val="0F172A"/>
                </a:solidFill>
                <a:latin typeface="Inter"/>
                <a:ea typeface="Inter"/>
                <a:cs typeface="Inter"/>
              </a:defRPr>
            </a:defPPr>
            <a:lvl1pPr>
              <a:defRPr sz="1575">
                <a:solidFill>
                  <a:srgbClr val="0F172A"/>
                </a:solidFill>
                <a:latin typeface="Inter"/>
                <a:ea typeface="Inter"/>
                <a:cs typeface="Inter"/>
              </a:defRPr>
            </a:lvl1pPr>
            <a:lvl2pPr>
              <a:defRPr sz="1575">
                <a:solidFill>
                  <a:srgbClr val="0F172A"/>
                </a:solidFill>
                <a:latin typeface="Inter"/>
                <a:ea typeface="Inter"/>
                <a:cs typeface="Inter"/>
              </a:defRPr>
            </a:lvl2pPr>
            <a:lvl3pPr>
              <a:defRPr sz="1575">
                <a:solidFill>
                  <a:srgbClr val="0F172A"/>
                </a:solidFill>
                <a:latin typeface="Inter"/>
                <a:ea typeface="Inter"/>
                <a:cs typeface="Inter"/>
              </a:defRPr>
            </a:lvl3pPr>
            <a:lvl4pPr>
              <a:defRPr sz="1575">
                <a:solidFill>
                  <a:srgbClr val="0F172A"/>
                </a:solidFill>
                <a:latin typeface="Inter"/>
                <a:ea typeface="Inter"/>
                <a:cs typeface="Inter"/>
              </a:defRPr>
            </a:lvl4pPr>
            <a:lvl5pPr>
              <a:defRPr sz="1575">
                <a:solidFill>
                  <a:srgbClr val="0F172A"/>
                </a:solidFill>
                <a:latin typeface="Inter"/>
                <a:ea typeface="Inter"/>
                <a:cs typeface="Inter"/>
              </a:defRPr>
            </a:lvl5pPr>
            <a:lvl6pPr>
              <a:defRPr sz="1575">
                <a:solidFill>
                  <a:srgbClr val="0F172A"/>
                </a:solidFill>
                <a:latin typeface="Inter"/>
                <a:ea typeface="Inter"/>
                <a:cs typeface="Inter"/>
              </a:defRPr>
            </a:lvl6pPr>
            <a:lvl7pPr>
              <a:defRPr sz="1575">
                <a:solidFill>
                  <a:srgbClr val="0F172A"/>
                </a:solidFill>
                <a:latin typeface="Inter"/>
                <a:ea typeface="Inter"/>
                <a:cs typeface="Inter"/>
              </a:defRPr>
            </a:lvl7pPr>
            <a:lvl8pPr>
              <a:defRPr sz="1575">
                <a:solidFill>
                  <a:srgbClr val="0F172A"/>
                </a:solidFill>
                <a:latin typeface="Inter"/>
                <a:ea typeface="Inter"/>
                <a:cs typeface="Inter"/>
              </a:defRPr>
            </a:lvl8pPr>
            <a:lvl9pPr>
              <a:defRPr sz="1575">
                <a:solidFill>
                  <a:srgbClr val="0F172A"/>
                </a:solidFill>
                <a:latin typeface="Inter"/>
                <a:ea typeface="Inter"/>
                <a:cs typeface="Inter"/>
              </a:defRPr>
            </a:lvl9pPr>
          </a:lstStyle>
          <a:p xmlns:a="http://schemas.openxmlformats.org/drawingml/2006/main">
            <a:pPr>
              <a:defRPr sz="1575">
                <a:solidFill>
                  <a:srgbClr val="0F172A"/>
                </a:solidFill>
                <a:latin typeface="Inter"/>
                <a:ea typeface="Inter"/>
                <a:cs typeface="Inter"/>
              </a:defRPr>
            </a:pPr>
            <a:r>
              <a:rPr sz="1575" b="0">
                <a:solidFill>
                  <a:srgbClr val="0F172A"/>
                </a:solidFill>
                <a:latin typeface="Inter"/>
                <a:ea typeface="Inter"/>
                <a:cs typeface="Inter"/>
              </a:rPr>
              <a:t>Row-normalized confusion matrices, values in percent</a:t>
            </a:r>
          </a:p>
        </p:txBody>
      </p:sp>
      <p:sp>
        <p:nvSpPr>
          <p:cNvPr id="7" name="Rectangle 6">
            <a:extLst xmlns:a="http://schemas.openxmlformats.org/drawingml/2006/main">
              <a:ext uri="{FF2B5EF4-FFF2-40B4-BE49-F238E27FC236}">
                <a16:creationId xmlns:a16="http://schemas.microsoft.com/office/drawing/2014/main" id="{92C5FB17-3011-4535-BB94-BAEAFA21652A}"/>
              </a:ext>
            </a:extLst>
          </p:cNvPr>
          <p:cNvSpPr>
            <a:spLocks xmlns:a="http://schemas.openxmlformats.org/drawingml/2006/main" noGrp="1"/>
          </p:cNvSpPr>
          <p:nvPr/>
        </p:nvSpPr>
        <p:spPr>
          <a:xfrm xmlns:a="http://schemas.openxmlformats.org/drawingml/2006/main">
            <a:off x="731520" y="6035040"/>
            <a:ext cx="10725912" cy="9144"/>
          </a:xfrm>
          <a:prstGeom xmlns:a="http://schemas.openxmlformats.org/drawingml/2006/main" prst="rect">
            <a:avLst/>
          </a:prstGeom>
          <a:solidFill xmlns:a="http://schemas.openxmlformats.org/drawingml/2006/main">
            <a:srgbClr val="E2E8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7D80762E-B286-4769-BFE1-3850B351A92C}"/>
              </a:ext>
            </a:extLst>
          </p:cNvPr>
          <p:cNvSpPr>
            <a:spLocks xmlns:a="http://schemas.openxmlformats.org/drawingml/2006/main" noGrp="1"/>
          </p:cNvSpPr>
          <p:nvPr/>
        </p:nvSpPr>
        <p:spPr>
          <a:xfrm xmlns:a="http://schemas.openxmlformats.org/drawingml/2006/main">
            <a:off x="731520" y="6144768"/>
            <a:ext cx="7772400" cy="3200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900" b="0">
                <a:solidFill>
                  <a:srgbClr val="94A3B8"/>
                </a:solidFill>
                <a:latin typeface="Inter"/>
                <a:ea typeface="Inter"/>
                <a:cs typeface="Inter"/>
              </a:rPr>
              <a:t>EE136: Machine Learning for Wireless Communications | Topic 4 Capstone Defense</a:t>
            </a:r>
          </a:p>
        </p:txBody>
      </p:sp>
      <p:sp>
        <p:nvSpPr>
          <p:cNvPr id="9" name="TextBox 8">
            <a:extLst xmlns:a="http://schemas.openxmlformats.org/drawingml/2006/main">
              <a:ext uri="{FF2B5EF4-FFF2-40B4-BE49-F238E27FC236}">
                <a16:creationId xmlns:a16="http://schemas.microsoft.com/office/drawing/2014/main" id="{63D6041F-B654-4438-9C28-AC0410BCB4F0}"/>
              </a:ext>
            </a:extLst>
          </p:cNvPr>
          <p:cNvSpPr>
            <a:spLocks xmlns:a="http://schemas.openxmlformats.org/drawingml/2006/main" noGrp="1"/>
          </p:cNvSpPr>
          <p:nvPr/>
        </p:nvSpPr>
        <p:spPr>
          <a:xfrm xmlns:a="http://schemas.openxmlformats.org/drawingml/2006/main">
            <a:off x="9601200" y="6144768"/>
            <a:ext cx="881380" cy="2286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900" b="0">
                <a:solidFill>
                  <a:srgbClr val="94A3B8"/>
                </a:solidFill>
                <a:latin typeface="Inter"/>
                <a:ea typeface="Inter"/>
                <a:cs typeface="Inter"/>
              </a:rPr>
              <a:t>Slide 10 of 14</a:t>
            </a:r>
          </a:p>
        </p:txBody>
      </p:sp>
      <p:sp>
        <p:nvSpPr>
          <p:cNvPr id="10" name="">
            <a:extLst xmlns:a="http://schemas.openxmlformats.org/drawingml/2006/main">
              <a:ext uri="{FF2B5EF4-FFF2-40B4-BE49-F238E27FC236}">
                <a16:creationId xmlns:a16="http://schemas.microsoft.com/office/drawing/2014/main" id="{A12D9B73-9EB1-4D90-928F-22C91207DBAD}"/>
              </a:ext>
            </a:extLst>
          </p:cNvPr>
          <p:cNvSpPr>
            <a:spLocks xmlns:a="http://schemas.openxmlformats.org/drawingml/2006/main" noGrp="1"/>
          </p:cNvSpPr>
          <p:nvPr/>
        </p:nvSpPr>
        <p:spPr>
          <a:xfrm xmlns:a="http://schemas.openxmlformats.org/drawingml/2006/main">
            <a:off x="1047750" y="1933575"/>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0284C7"/>
                </a:solidFill>
                <a:latin typeface="Manrope"/>
                <a:ea typeface="Manrope"/>
                <a:cs typeface="Manrope"/>
              </a:defRPr>
            </a:defPPr>
            <a:lvl1pPr>
              <a:defRPr sz="2100" b="1">
                <a:solidFill>
                  <a:srgbClr val="0284C7"/>
                </a:solidFill>
                <a:latin typeface="Manrope"/>
                <a:ea typeface="Manrope"/>
                <a:cs typeface="Manrope"/>
              </a:defRPr>
            </a:lvl1pPr>
            <a:lvl2pPr>
              <a:defRPr sz="2100" b="1">
                <a:solidFill>
                  <a:srgbClr val="0284C7"/>
                </a:solidFill>
                <a:latin typeface="Manrope"/>
                <a:ea typeface="Manrope"/>
                <a:cs typeface="Manrope"/>
              </a:defRPr>
            </a:lvl2pPr>
            <a:lvl3pPr>
              <a:defRPr sz="2100" b="1">
                <a:solidFill>
                  <a:srgbClr val="0284C7"/>
                </a:solidFill>
                <a:latin typeface="Manrope"/>
                <a:ea typeface="Manrope"/>
                <a:cs typeface="Manrope"/>
              </a:defRPr>
            </a:lvl3pPr>
            <a:lvl4pPr>
              <a:defRPr sz="2100" b="1">
                <a:solidFill>
                  <a:srgbClr val="0284C7"/>
                </a:solidFill>
                <a:latin typeface="Manrope"/>
                <a:ea typeface="Manrope"/>
                <a:cs typeface="Manrope"/>
              </a:defRPr>
            </a:lvl4pPr>
            <a:lvl5pPr>
              <a:defRPr sz="2100" b="1">
                <a:solidFill>
                  <a:srgbClr val="0284C7"/>
                </a:solidFill>
                <a:latin typeface="Manrope"/>
                <a:ea typeface="Manrope"/>
                <a:cs typeface="Manrope"/>
              </a:defRPr>
            </a:lvl5pPr>
            <a:lvl6pPr>
              <a:defRPr sz="2100" b="1">
                <a:solidFill>
                  <a:srgbClr val="0284C7"/>
                </a:solidFill>
                <a:latin typeface="Manrope"/>
                <a:ea typeface="Manrope"/>
                <a:cs typeface="Manrope"/>
              </a:defRPr>
            </a:lvl6pPr>
            <a:lvl7pPr>
              <a:defRPr sz="2100" b="1">
                <a:solidFill>
                  <a:srgbClr val="0284C7"/>
                </a:solidFill>
                <a:latin typeface="Manrope"/>
                <a:ea typeface="Manrope"/>
                <a:cs typeface="Manrope"/>
              </a:defRPr>
            </a:lvl7pPr>
            <a:lvl8pPr>
              <a:defRPr sz="2100" b="1">
                <a:solidFill>
                  <a:srgbClr val="0284C7"/>
                </a:solidFill>
                <a:latin typeface="Manrope"/>
                <a:ea typeface="Manrope"/>
                <a:cs typeface="Manrope"/>
              </a:defRPr>
            </a:lvl8pPr>
            <a:lvl9pPr>
              <a:defRPr sz="2100" b="1">
                <a:solidFill>
                  <a:srgbClr val="0284C7"/>
                </a:solidFill>
                <a:latin typeface="Manrope"/>
                <a:ea typeface="Manrope"/>
                <a:cs typeface="Manrope"/>
              </a:defRPr>
            </a:lvl9pPr>
          </a:lstStyle>
          <a:p xmlns:a="http://schemas.openxmlformats.org/drawingml/2006/main">
            <a:pPr>
              <a:defRPr sz="2100" b="1">
                <a:solidFill>
                  <a:srgbClr val="0284C7"/>
                </a:solidFill>
                <a:latin typeface="Manrope"/>
                <a:ea typeface="Manrope"/>
                <a:cs typeface="Manrope"/>
              </a:defRPr>
            </a:pPr>
            <a:r>
              <a:rPr sz="2100" b="1">
                <a:solidFill>
                  <a:srgbClr val="0284C7"/>
                </a:solidFill>
                <a:latin typeface="Manrope"/>
                <a:ea typeface="Manrope"/>
                <a:cs typeface="Manrope"/>
              </a:rPr>
              <a:t>Baseline</a:t>
            </a:r>
          </a:p>
        </p:txBody>
      </p:sp>
      <p:graphicFrame>
        <p:nvGraphicFramePr>
          <p:cNvPr id="11" name="">
            <a:extLst xmlns:a="http://schemas.openxmlformats.org/drawingml/2006/main">
              <a:ext uri="{FF2B5EF4-FFF2-40B4-BE49-F238E27FC236}">
                <a16:creationId xmlns:a16="http://schemas.microsoft.com/office/drawing/2014/main" id="{7F7CCB25-16F2-4C0A-B712-2612FB1CA071}"/>
              </a:ext>
            </a:extLst>
          </p:cNvPr>
          <p:cNvGraphicFramePr/>
          <p:nvPr/>
        </p:nvGraphicFramePr>
        <p:xfrm>
          <a:off xmlns:a="http://schemas.openxmlformats.org/drawingml/2006/main" x="1047750" y="2428875"/>
          <a:ext xmlns:a="http://schemas.openxmlformats.org/drawingml/2006/main" cx="4953000" cy="2762250"/>
        </p:xfrm>
        <a:graphic xmlns:a="http://schemas.openxmlformats.org/drawingml/2006/main">
          <a:graphicData uri="http://schemas.openxmlformats.org/drawingml/2006/table">
            <a:tbl>
              <a:tblPr/>
              <a:tblGrid>
                <a:gridCol w="714375"/>
                <a:gridCol w="529828"/>
                <a:gridCol w="529828"/>
                <a:gridCol w="529828"/>
                <a:gridCol w="529828"/>
                <a:gridCol w="529828"/>
                <a:gridCol w="529828"/>
                <a:gridCol w="529828"/>
                <a:gridCol w="529828"/>
              </a:tblGrid>
              <a:tr h="306917">
                <a:tc>
                  <a:txBody>
                    <a:bodyPr lIns="9525" tIns="9525" rIns="9525" bIns="9525"/>
                    <a:lstStyle/>
                    <a:p>
                      <a:r>
                        <a:rPr sz="975" b="1">
                          <a:solidFill>
                            <a:srgbClr val="0F172A"/>
                          </a:solidFill>
                          <a:latin typeface="Inter"/>
                          <a:ea typeface="Inter"/>
                          <a:cs typeface="Inter"/>
                        </a:rPr>
                        <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BP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QP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8P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16Q</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64Q</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P4</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CF</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GF</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BPSK</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87</a:t>
                      </a:r>
                    </a:p>
                  </a:txBody>
                  <a:tcPr marL="91440" marR="91440" marT="45720" marB="45720">
                    <a:solidFill>
                      <a:srgbClr val="3893CE"/>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12</a:t>
                      </a:r>
                    </a:p>
                  </a:txBody>
                  <a:tcPr marL="91440" marR="91440" marT="45720" marB="45720">
                    <a:solidFill>
                      <a:srgbClr val="DDEBF5"/>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QPSK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35</a:t>
                      </a:r>
                    </a:p>
                  </a:txBody>
                  <a:tcPr marL="91440" marR="91440" marT="45720" marB="45720">
                    <a:solidFill>
                      <a:srgbClr val="AAD0E9"/>
                    </a:solidFill>
                  </a:tcPr>
                </a:tc>
                <a:tc>
                  <a:txBody>
                    <a:bodyPr lIns="9525" tIns="9525" rIns="9525" bIns="9525"/>
                    <a:lstStyle/>
                    <a:p>
                      <a:pPr algn="ctr"/>
                      <a:r>
                        <a:rPr sz="1275" b="0">
                          <a:solidFill>
                            <a:srgbClr val="0F172A"/>
                          </a:solidFill>
                          <a:latin typeface="Inter"/>
                          <a:ea typeface="Inter"/>
                          <a:cs typeface="Inter"/>
                        </a:rPr>
                        <a:t>18</a:t>
                      </a:r>
                    </a:p>
                  </a:txBody>
                  <a:tcPr marL="91440" marR="91440" marT="45720" marB="45720">
                    <a:solidFill>
                      <a:srgbClr val="D1E5F3"/>
                    </a:solidFill>
                  </a:tcPr>
                </a:tc>
                <a:tc>
                  <a:txBody>
                    <a:bodyPr lIns="9525" tIns="9525" rIns="9525" bIns="9525"/>
                    <a:lstStyle/>
                    <a:p>
                      <a:pPr algn="ctr"/>
                      <a:r>
                        <a:rPr sz="1275" b="0">
                          <a:solidFill>
                            <a:srgbClr val="0F172A"/>
                          </a:solidFill>
                          <a:latin typeface="Inter"/>
                          <a:ea typeface="Inter"/>
                          <a:cs typeface="Inter"/>
                        </a:rPr>
                        <a:t>41</a:t>
                      </a:r>
                    </a:p>
                  </a:txBody>
                  <a:tcPr marL="91440" marR="91440" marT="45720" marB="45720">
                    <a:solidFill>
                      <a:srgbClr val="9DC9E6"/>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6</a:t>
                      </a:r>
                    </a:p>
                  </a:txBody>
                  <a:tcPr marL="91440" marR="91440" marT="45720" marB="45720">
                    <a:solidFill>
                      <a:srgbClr val="EBF3F9"/>
                    </a:solidFill>
                  </a:tcPr>
                </a:tc>
              </a:tr>
              <a:tr h="306917">
                <a:tc>
                  <a:txBody>
                    <a:bodyPr lIns="9525" tIns="9525" rIns="9525" bIns="9525"/>
                    <a:lstStyle/>
                    <a:p>
                      <a:pPr algn="ctr"/>
                      <a:r>
                        <a:rPr sz="975" b="1">
                          <a:solidFill>
                            <a:srgbClr val="0F172A"/>
                          </a:solidFill>
                          <a:latin typeface="Inter"/>
                          <a:ea typeface="Inter"/>
                          <a:cs typeface="Inter"/>
                        </a:rPr>
                        <a:t>8PSK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13</a:t>
                      </a:r>
                    </a:p>
                  </a:txBody>
                  <a:tcPr marL="91440" marR="91440" marT="45720" marB="45720">
                    <a:solidFill>
                      <a:srgbClr val="DBEAF5"/>
                    </a:solidFill>
                  </a:tcPr>
                </a:tc>
                <a:tc>
                  <a:txBody>
                    <a:bodyPr lIns="9525" tIns="9525" rIns="9525" bIns="9525"/>
                    <a:lstStyle/>
                    <a:p>
                      <a:pPr algn="ctr"/>
                      <a:r>
                        <a:rPr sz="1275" b="0">
                          <a:solidFill>
                            <a:srgbClr val="0F172A"/>
                          </a:solidFill>
                          <a:latin typeface="Inter"/>
                          <a:ea typeface="Inter"/>
                          <a:cs typeface="Inter"/>
                        </a:rPr>
                        <a:t>60</a:t>
                      </a:r>
                    </a:p>
                  </a:txBody>
                  <a:tcPr marL="91440" marR="91440" marT="45720" marB="45720">
                    <a:solidFill>
                      <a:srgbClr val="74B3DC"/>
                    </a:solidFill>
                  </a:tcPr>
                </a:tc>
                <a:tc>
                  <a:txBody>
                    <a:bodyPr lIns="9525" tIns="9525" rIns="9525" bIns="9525"/>
                    <a:lstStyle/>
                    <a:p>
                      <a:pPr algn="ctr"/>
                      <a:r>
                        <a:rPr sz="1275" b="0">
                          <a:solidFill>
                            <a:srgbClr val="0F172A"/>
                          </a:solidFill>
                          <a:latin typeface="Inter"/>
                          <a:ea typeface="Inter"/>
                          <a:cs typeface="Inter"/>
                        </a:rPr>
                        <a:t>13</a:t>
                      </a:r>
                    </a:p>
                  </a:txBody>
                  <a:tcPr marL="91440" marR="91440" marT="45720" marB="45720">
                    <a:solidFill>
                      <a:srgbClr val="DBEAF5"/>
                    </a:solidFill>
                  </a:tcPr>
                </a:tc>
                <a:tc>
                  <a:txBody>
                    <a:bodyPr lIns="9525" tIns="9525" rIns="9525" bIns="9525"/>
                    <a:lstStyle/>
                    <a:p>
                      <a:pPr algn="ctr"/>
                      <a:r>
                        <a:rPr sz="1275" b="0">
                          <a:solidFill>
                            <a:srgbClr val="0F172A"/>
                          </a:solidFill>
                          <a:latin typeface="Inter"/>
                          <a:ea typeface="Inter"/>
                          <a:cs typeface="Inter"/>
                        </a:rPr>
                        <a:t>13</a:t>
                      </a:r>
                    </a:p>
                  </a:txBody>
                  <a:tcPr marL="91440" marR="91440" marT="45720" marB="45720">
                    <a:solidFill>
                      <a:srgbClr val="DBEAF5"/>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16QAM</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9</a:t>
                      </a:r>
                    </a:p>
                  </a:txBody>
                  <a:tcPr marL="91440" marR="91440" marT="45720" marB="45720">
                    <a:solidFill>
                      <a:srgbClr val="E4EFF7"/>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45</a:t>
                      </a:r>
                    </a:p>
                  </a:txBody>
                  <a:tcPr marL="91440" marR="91440" marT="45720" marB="45720">
                    <a:solidFill>
                      <a:srgbClr val="94C4E4"/>
                    </a:solidFill>
                  </a:tcPr>
                </a:tc>
                <a:tc>
                  <a:txBody>
                    <a:bodyPr lIns="9525" tIns="9525" rIns="9525" bIns="9525"/>
                    <a:lstStyle/>
                    <a:p>
                      <a:pPr algn="ctr"/>
                      <a:r>
                        <a:rPr sz="1275" b="0">
                          <a:solidFill>
                            <a:srgbClr val="0F172A"/>
                          </a:solidFill>
                          <a:latin typeface="Inter"/>
                          <a:ea typeface="Inter"/>
                          <a:cs typeface="Inter"/>
                        </a:rPr>
                        <a:t>18</a:t>
                      </a:r>
                    </a:p>
                  </a:txBody>
                  <a:tcPr marL="91440" marR="91440" marT="45720" marB="45720">
                    <a:solidFill>
                      <a:srgbClr val="D0E5F2"/>
                    </a:solidFill>
                  </a:tcPr>
                </a:tc>
                <a:tc>
                  <a:txBody>
                    <a:bodyPr lIns="9525" tIns="9525" rIns="9525" bIns="9525"/>
                    <a:lstStyle/>
                    <a:p>
                      <a:pPr algn="ctr"/>
                      <a:r>
                        <a:rPr sz="1275" b="0">
                          <a:solidFill>
                            <a:srgbClr val="0F172A"/>
                          </a:solidFill>
                          <a:latin typeface="Inter"/>
                          <a:ea typeface="Inter"/>
                          <a:cs typeface="Inter"/>
                        </a:rPr>
                        <a:t>18</a:t>
                      </a:r>
                    </a:p>
                  </a:txBody>
                  <a:tcPr marL="91440" marR="91440" marT="45720" marB="45720">
                    <a:solidFill>
                      <a:srgbClr val="D0E5F2"/>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9</a:t>
                      </a:r>
                    </a:p>
                  </a:txBody>
                  <a:tcPr marL="91440" marR="91440" marT="45720" marB="45720">
                    <a:solidFill>
                      <a:srgbClr val="E4EFF7"/>
                    </a:solidFill>
                  </a:tcPr>
                </a:tc>
              </a:tr>
              <a:tr h="306917">
                <a:tc>
                  <a:txBody>
                    <a:bodyPr lIns="9525" tIns="9525" rIns="9525" bIns="9525"/>
                    <a:lstStyle/>
                    <a:p>
                      <a:pPr algn="ctr"/>
                      <a:r>
                        <a:rPr sz="975" b="1">
                          <a:solidFill>
                            <a:srgbClr val="0F172A"/>
                          </a:solidFill>
                          <a:latin typeface="Inter"/>
                          <a:ea typeface="Inter"/>
                          <a:cs typeface="Inter"/>
                        </a:rPr>
                        <a:t>64QAM</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10</a:t>
                      </a:r>
                    </a:p>
                  </a:txBody>
                  <a:tcPr marL="91440" marR="91440" marT="45720" marB="45720">
                    <a:solidFill>
                      <a:srgbClr val="E2EEF7"/>
                    </a:solidFill>
                  </a:tcPr>
                </a:tc>
                <a:tc>
                  <a:txBody>
                    <a:bodyPr lIns="9525" tIns="9525" rIns="9525" bIns="9525"/>
                    <a:lstStyle/>
                    <a:p>
                      <a:pPr algn="ctr"/>
                      <a:r>
                        <a:rPr sz="1275" b="0">
                          <a:solidFill>
                            <a:srgbClr val="0F172A"/>
                          </a:solidFill>
                          <a:latin typeface="Inter"/>
                          <a:ea typeface="Inter"/>
                          <a:cs typeface="Inter"/>
                        </a:rPr>
                        <a:t>20</a:t>
                      </a:r>
                    </a:p>
                  </a:txBody>
                  <a:tcPr marL="91440" marR="91440" marT="45720" marB="45720">
                    <a:solidFill>
                      <a:srgbClr val="CCE2F1"/>
                    </a:solidFill>
                  </a:tcPr>
                </a:tc>
                <a:tc>
                  <a:txBody>
                    <a:bodyPr lIns="9525" tIns="9525" rIns="9525" bIns="9525"/>
                    <a:lstStyle/>
                    <a:p>
                      <a:pPr algn="ctr"/>
                      <a:r>
                        <a:rPr sz="1275" b="0">
                          <a:solidFill>
                            <a:srgbClr val="0F172A"/>
                          </a:solidFill>
                          <a:latin typeface="Inter"/>
                          <a:ea typeface="Inter"/>
                          <a:cs typeface="Inter"/>
                        </a:rPr>
                        <a:t>50</a:t>
                      </a:r>
                    </a:p>
                  </a:txBody>
                  <a:tcPr marL="91440" marR="91440" marT="45720" marB="45720">
                    <a:solidFill>
                      <a:srgbClr val="8ABFE2"/>
                    </a:solidFill>
                  </a:tcPr>
                </a:tc>
                <a:tc>
                  <a:txBody>
                    <a:bodyPr lIns="9525" tIns="9525" rIns="9525" bIns="9525"/>
                    <a:lstStyle/>
                    <a:p>
                      <a:pPr algn="ctr"/>
                      <a:r>
                        <a:rPr sz="1275" b="0">
                          <a:solidFill>
                            <a:srgbClr val="0F172A"/>
                          </a:solidFill>
                          <a:latin typeface="Inter"/>
                          <a:ea typeface="Inter"/>
                          <a:cs typeface="Inter"/>
                        </a:rPr>
                        <a:t>20</a:t>
                      </a:r>
                    </a:p>
                  </a:txBody>
                  <a:tcPr marL="91440" marR="91440" marT="45720" marB="45720">
                    <a:solidFill>
                      <a:srgbClr val="CCE2F1"/>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PAM4</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25</a:t>
                      </a:r>
                    </a:p>
                  </a:txBody>
                  <a:tcPr marL="91440" marR="91440" marT="45720" marB="45720">
                    <a:solidFill>
                      <a:srgbClr val="C1DDEF"/>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5</a:t>
                      </a:r>
                    </a:p>
                  </a:txBody>
                  <a:tcPr marL="91440" marR="91440" marT="45720" marB="45720">
                    <a:solidFill>
                      <a:srgbClr val="EDF4F9"/>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70</a:t>
                      </a:r>
                    </a:p>
                  </a:txBody>
                  <a:tcPr marL="91440" marR="91440" marT="45720" marB="45720">
                    <a:solidFill>
                      <a:srgbClr val="5EA7D7"/>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CPFSK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11</a:t>
                      </a:r>
                    </a:p>
                  </a:txBody>
                  <a:tcPr marL="91440" marR="91440" marT="45720" marB="45720">
                    <a:solidFill>
                      <a:srgbClr val="E0EDF6"/>
                    </a:solidFill>
                  </a:tcPr>
                </a:tc>
                <a:tc>
                  <a:txBody>
                    <a:bodyPr lIns="9525" tIns="9525" rIns="9525" bIns="9525"/>
                    <a:lstStyle/>
                    <a:p>
                      <a:pPr algn="ctr"/>
                      <a:r>
                        <a:rPr sz="1275" b="0">
                          <a:solidFill>
                            <a:srgbClr val="0F172A"/>
                          </a:solidFill>
                          <a:latin typeface="Inter"/>
                          <a:ea typeface="Inter"/>
                          <a:cs typeface="Inter"/>
                        </a:rPr>
                        <a:t>6</a:t>
                      </a:r>
                    </a:p>
                  </a:txBody>
                  <a:tcPr marL="91440" marR="91440" marT="45720" marB="45720">
                    <a:solidFill>
                      <a:srgbClr val="ECF3F9"/>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67</a:t>
                      </a:r>
                    </a:p>
                  </a:txBody>
                  <a:tcPr marL="91440" marR="91440" marT="45720" marB="45720">
                    <a:solidFill>
                      <a:srgbClr val="65ABD9"/>
                    </a:solidFill>
                  </a:tcPr>
                </a:tc>
                <a:tc>
                  <a:txBody>
                    <a:bodyPr lIns="9525" tIns="9525" rIns="9525" bIns="9525"/>
                    <a:lstStyle/>
                    <a:p>
                      <a:pPr algn="ctr"/>
                      <a:r>
                        <a:rPr sz="1275" b="0">
                          <a:solidFill>
                            <a:srgbClr val="0F172A"/>
                          </a:solidFill>
                          <a:latin typeface="Inter"/>
                          <a:ea typeface="Inter"/>
                          <a:cs typeface="Inter"/>
                        </a:rPr>
                        <a:t>17</a:t>
                      </a:r>
                    </a:p>
                  </a:txBody>
                  <a:tcPr marL="91440" marR="91440" marT="45720" marB="45720">
                    <a:solidFill>
                      <a:srgbClr val="D3E6F3"/>
                    </a:solidFill>
                  </a:tcPr>
                </a:tc>
              </a:tr>
              <a:tr h="306917">
                <a:tc>
                  <a:txBody>
                    <a:bodyPr lIns="9525" tIns="9525" rIns="9525" bIns="9525"/>
                    <a:lstStyle/>
                    <a:p>
                      <a:pPr algn="ctr"/>
                      <a:r>
                        <a:rPr sz="975" b="1">
                          <a:solidFill>
                            <a:srgbClr val="0F172A"/>
                          </a:solidFill>
                          <a:latin typeface="Inter"/>
                          <a:ea typeface="Inter"/>
                          <a:cs typeface="Inter"/>
                        </a:rPr>
                        <a:t>GFSK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12</a:t>
                      </a:r>
                    </a:p>
                  </a:txBody>
                  <a:tcPr marL="91440" marR="91440" marT="45720" marB="45720">
                    <a:solidFill>
                      <a:srgbClr val="DEECF6"/>
                    </a:solidFill>
                  </a:tcPr>
                </a:tc>
                <a:tc>
                  <a:txBody>
                    <a:bodyPr lIns="9525" tIns="9525" rIns="9525" bIns="9525"/>
                    <a:lstStyle/>
                    <a:p>
                      <a:pPr algn="ctr"/>
                      <a:r>
                        <a:rPr sz="1275" b="0">
                          <a:solidFill>
                            <a:srgbClr val="0F172A"/>
                          </a:solidFill>
                          <a:latin typeface="Inter"/>
                          <a:ea typeface="Inter"/>
                          <a:cs typeface="Inter"/>
                        </a:rPr>
                        <a:t>6</a:t>
                      </a:r>
                    </a:p>
                  </a:txBody>
                  <a:tcPr marL="91440" marR="91440" marT="45720" marB="45720">
                    <a:solidFill>
                      <a:srgbClr val="EBF3F9"/>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6</a:t>
                      </a:r>
                    </a:p>
                  </a:txBody>
                  <a:tcPr marL="91440" marR="91440" marT="45720" marB="45720">
                    <a:solidFill>
                      <a:srgbClr val="EBF3F9"/>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29</a:t>
                      </a:r>
                    </a:p>
                  </a:txBody>
                  <a:tcPr marL="91440" marR="91440" marT="45720" marB="45720">
                    <a:solidFill>
                      <a:srgbClr val="B7D7EC"/>
                    </a:solidFill>
                  </a:tcPr>
                </a:tc>
                <a:tc>
                  <a:txBody>
                    <a:bodyPr lIns="9525" tIns="9525" rIns="9525" bIns="9525"/>
                    <a:lstStyle/>
                    <a:p>
                      <a:pPr algn="ctr"/>
                      <a:r>
                        <a:rPr sz="1275" b="0">
                          <a:solidFill>
                            <a:srgbClr val="0F172A"/>
                          </a:solidFill>
                          <a:latin typeface="Inter"/>
                          <a:ea typeface="Inter"/>
                          <a:cs typeface="Inter"/>
                        </a:rPr>
                        <a:t>47</a:t>
                      </a:r>
                    </a:p>
                  </a:txBody>
                  <a:tcPr marL="91440" marR="91440" marT="45720" marB="45720">
                    <a:solidFill>
                      <a:srgbClr val="90C2E3"/>
                    </a:solidFill>
                  </a:tcPr>
                </a:tc>
              </a:tr>
            </a:tbl>
          </a:graphicData>
        </a:graphic>
      </p:graphicFrame>
      <p:sp>
        <p:nvSpPr>
          <p:cNvPr id="12" name="">
            <a:extLst xmlns:a="http://schemas.openxmlformats.org/drawingml/2006/main">
              <a:ext uri="{FF2B5EF4-FFF2-40B4-BE49-F238E27FC236}">
                <a16:creationId xmlns:a16="http://schemas.microsoft.com/office/drawing/2014/main" id="{342AFD6F-367A-4917-9D5A-F73FA9E08F53}"/>
              </a:ext>
            </a:extLst>
          </p:cNvPr>
          <p:cNvSpPr>
            <a:spLocks xmlns:a="http://schemas.openxmlformats.org/drawingml/2006/main" noGrp="1"/>
          </p:cNvSpPr>
          <p:nvPr/>
        </p:nvSpPr>
        <p:spPr>
          <a:xfrm xmlns:a="http://schemas.openxmlformats.org/drawingml/2006/main">
            <a:off x="6286500" y="1933575"/>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0284C7"/>
                </a:solidFill>
                <a:latin typeface="Manrope"/>
                <a:ea typeface="Manrope"/>
                <a:cs typeface="Manrope"/>
              </a:defRPr>
            </a:defPPr>
            <a:lvl1pPr>
              <a:defRPr sz="2100" b="1">
                <a:solidFill>
                  <a:srgbClr val="0284C7"/>
                </a:solidFill>
                <a:latin typeface="Manrope"/>
                <a:ea typeface="Manrope"/>
                <a:cs typeface="Manrope"/>
              </a:defRPr>
            </a:lvl1pPr>
            <a:lvl2pPr>
              <a:defRPr sz="2100" b="1">
                <a:solidFill>
                  <a:srgbClr val="0284C7"/>
                </a:solidFill>
                <a:latin typeface="Manrope"/>
                <a:ea typeface="Manrope"/>
                <a:cs typeface="Manrope"/>
              </a:defRPr>
            </a:lvl2pPr>
            <a:lvl3pPr>
              <a:defRPr sz="2100" b="1">
                <a:solidFill>
                  <a:srgbClr val="0284C7"/>
                </a:solidFill>
                <a:latin typeface="Manrope"/>
                <a:ea typeface="Manrope"/>
                <a:cs typeface="Manrope"/>
              </a:defRPr>
            </a:lvl3pPr>
            <a:lvl4pPr>
              <a:defRPr sz="2100" b="1">
                <a:solidFill>
                  <a:srgbClr val="0284C7"/>
                </a:solidFill>
                <a:latin typeface="Manrope"/>
                <a:ea typeface="Manrope"/>
                <a:cs typeface="Manrope"/>
              </a:defRPr>
            </a:lvl4pPr>
            <a:lvl5pPr>
              <a:defRPr sz="2100" b="1">
                <a:solidFill>
                  <a:srgbClr val="0284C7"/>
                </a:solidFill>
                <a:latin typeface="Manrope"/>
                <a:ea typeface="Manrope"/>
                <a:cs typeface="Manrope"/>
              </a:defRPr>
            </a:lvl5pPr>
            <a:lvl6pPr>
              <a:defRPr sz="2100" b="1">
                <a:solidFill>
                  <a:srgbClr val="0284C7"/>
                </a:solidFill>
                <a:latin typeface="Manrope"/>
                <a:ea typeface="Manrope"/>
                <a:cs typeface="Manrope"/>
              </a:defRPr>
            </a:lvl6pPr>
            <a:lvl7pPr>
              <a:defRPr sz="2100" b="1">
                <a:solidFill>
                  <a:srgbClr val="0284C7"/>
                </a:solidFill>
                <a:latin typeface="Manrope"/>
                <a:ea typeface="Manrope"/>
                <a:cs typeface="Manrope"/>
              </a:defRPr>
            </a:lvl7pPr>
            <a:lvl8pPr>
              <a:defRPr sz="2100" b="1">
                <a:solidFill>
                  <a:srgbClr val="0284C7"/>
                </a:solidFill>
                <a:latin typeface="Manrope"/>
                <a:ea typeface="Manrope"/>
                <a:cs typeface="Manrope"/>
              </a:defRPr>
            </a:lvl8pPr>
            <a:lvl9pPr>
              <a:defRPr sz="2100" b="1">
                <a:solidFill>
                  <a:srgbClr val="0284C7"/>
                </a:solidFill>
                <a:latin typeface="Manrope"/>
                <a:ea typeface="Manrope"/>
                <a:cs typeface="Manrope"/>
              </a:defRPr>
            </a:lvl9pPr>
          </a:lstStyle>
          <a:p xmlns:a="http://schemas.openxmlformats.org/drawingml/2006/main">
            <a:pPr>
              <a:defRPr sz="2100" b="1">
                <a:solidFill>
                  <a:srgbClr val="0284C7"/>
                </a:solidFill>
                <a:latin typeface="Manrope"/>
                <a:ea typeface="Manrope"/>
                <a:cs typeface="Manrope"/>
              </a:defRPr>
            </a:pPr>
            <a:r>
              <a:rPr sz="2100" b="1">
                <a:solidFill>
                  <a:srgbClr val="0284C7"/>
                </a:solidFill>
                <a:latin typeface="Manrope"/>
                <a:ea typeface="Manrope"/>
                <a:cs typeface="Manrope"/>
              </a:rPr>
              <a:t>Augmented</a:t>
            </a:r>
          </a:p>
        </p:txBody>
      </p:sp>
      <p:graphicFrame>
        <p:nvGraphicFramePr>
          <p:cNvPr id="13" name="">
            <a:extLst xmlns:a="http://schemas.openxmlformats.org/drawingml/2006/main">
              <a:ext uri="{FF2B5EF4-FFF2-40B4-BE49-F238E27FC236}">
                <a16:creationId xmlns:a16="http://schemas.microsoft.com/office/drawing/2014/main" id="{6CF8EC50-AF81-4E0F-A221-0BB1872C4C04}"/>
              </a:ext>
            </a:extLst>
          </p:cNvPr>
          <p:cNvGraphicFramePr/>
          <p:nvPr/>
        </p:nvGraphicFramePr>
        <p:xfrm>
          <a:off xmlns:a="http://schemas.openxmlformats.org/drawingml/2006/main" x="6286500" y="2428875"/>
          <a:ext xmlns:a="http://schemas.openxmlformats.org/drawingml/2006/main" cx="4953000" cy="2762250"/>
        </p:xfrm>
        <a:graphic xmlns:a="http://schemas.openxmlformats.org/drawingml/2006/main">
          <a:graphicData uri="http://schemas.openxmlformats.org/drawingml/2006/table">
            <a:tbl>
              <a:tblPr/>
              <a:tblGrid>
                <a:gridCol w="714375"/>
                <a:gridCol w="529828"/>
                <a:gridCol w="529828"/>
                <a:gridCol w="529828"/>
                <a:gridCol w="529828"/>
                <a:gridCol w="529828"/>
                <a:gridCol w="529828"/>
                <a:gridCol w="529828"/>
                <a:gridCol w="529828"/>
              </a:tblGrid>
              <a:tr h="306917">
                <a:tc>
                  <a:txBody>
                    <a:bodyPr lIns="9525" tIns="9525" rIns="9525" bIns="9525"/>
                    <a:lstStyle/>
                    <a:p>
                      <a:r>
                        <a:rPr sz="975" b="1">
                          <a:solidFill>
                            <a:srgbClr val="0F172A"/>
                          </a:solidFill>
                          <a:latin typeface="Inter"/>
                          <a:ea typeface="Inter"/>
                          <a:cs typeface="Inter"/>
                        </a:rPr>
                        <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BP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QP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8P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16Q</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64Q</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P4</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CF</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GF</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BPSK</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75</a:t>
                      </a:r>
                    </a:p>
                  </a:txBody>
                  <a:tcPr marL="91440" marR="91440" marT="45720" marB="45720">
                    <a:solidFill>
                      <a:srgbClr val="53A2D4"/>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25</a:t>
                      </a:r>
                    </a:p>
                  </a:txBody>
                  <a:tcPr marL="91440" marR="91440" marT="45720" marB="45720">
                    <a:solidFill>
                      <a:srgbClr val="C1DDEF"/>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QPSK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18</a:t>
                      </a:r>
                    </a:p>
                  </a:txBody>
                  <a:tcPr marL="91440" marR="91440" marT="45720" marB="45720">
                    <a:solidFill>
                      <a:srgbClr val="D1E5F3"/>
                    </a:solidFill>
                  </a:tcPr>
                </a:tc>
                <a:tc>
                  <a:txBody>
                    <a:bodyPr lIns="9525" tIns="9525" rIns="9525" bIns="9525"/>
                    <a:lstStyle/>
                    <a:p>
                      <a:pPr algn="ctr"/>
                      <a:r>
                        <a:rPr sz="1275" b="0">
                          <a:solidFill>
                            <a:srgbClr val="0F172A"/>
                          </a:solidFill>
                          <a:latin typeface="Inter"/>
                          <a:ea typeface="Inter"/>
                          <a:cs typeface="Inter"/>
                        </a:rPr>
                        <a:t>41</a:t>
                      </a:r>
                    </a:p>
                  </a:txBody>
                  <a:tcPr marL="91440" marR="91440" marT="45720" marB="45720">
                    <a:solidFill>
                      <a:srgbClr val="9DC9E6"/>
                    </a:solidFill>
                  </a:tcPr>
                </a:tc>
                <a:tc>
                  <a:txBody>
                    <a:bodyPr lIns="9525" tIns="9525" rIns="9525" bIns="9525"/>
                    <a:lstStyle/>
                    <a:p>
                      <a:pPr algn="ctr"/>
                      <a:r>
                        <a:rPr sz="1275" b="0">
                          <a:solidFill>
                            <a:srgbClr val="0F172A"/>
                          </a:solidFill>
                          <a:latin typeface="Inter"/>
                          <a:ea typeface="Inter"/>
                          <a:cs typeface="Inter"/>
                        </a:rPr>
                        <a:t>41</a:t>
                      </a:r>
                    </a:p>
                  </a:txBody>
                  <a:tcPr marL="91440" marR="91440" marT="45720" marB="45720">
                    <a:solidFill>
                      <a:srgbClr val="9DC9E6"/>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8PSK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7</a:t>
                      </a:r>
                    </a:p>
                  </a:txBody>
                  <a:tcPr marL="91440" marR="91440" marT="45720" marB="45720">
                    <a:solidFill>
                      <a:srgbClr val="E9F2F8"/>
                    </a:solidFill>
                  </a:tcPr>
                </a:tc>
                <a:tc>
                  <a:txBody>
                    <a:bodyPr lIns="9525" tIns="9525" rIns="9525" bIns="9525"/>
                    <a:lstStyle/>
                    <a:p>
                      <a:pPr algn="ctr"/>
                      <a:r>
                        <a:rPr sz="1275" b="0">
                          <a:solidFill>
                            <a:srgbClr val="0F172A"/>
                          </a:solidFill>
                          <a:latin typeface="Inter"/>
                          <a:ea typeface="Inter"/>
                          <a:cs typeface="Inter"/>
                        </a:rPr>
                        <a:t>13</a:t>
                      </a:r>
                    </a:p>
                  </a:txBody>
                  <a:tcPr marL="91440" marR="91440" marT="45720" marB="45720">
                    <a:solidFill>
                      <a:srgbClr val="DBEAF5"/>
                    </a:solidFill>
                  </a:tcPr>
                </a:tc>
                <a:tc>
                  <a:txBody>
                    <a:bodyPr lIns="9525" tIns="9525" rIns="9525" bIns="9525"/>
                    <a:lstStyle/>
                    <a:p>
                      <a:pPr algn="ctr"/>
                      <a:r>
                        <a:rPr sz="1275" b="0">
                          <a:solidFill>
                            <a:srgbClr val="0F172A"/>
                          </a:solidFill>
                          <a:latin typeface="Inter"/>
                          <a:ea typeface="Inter"/>
                          <a:cs typeface="Inter"/>
                        </a:rPr>
                        <a:t>47</a:t>
                      </a:r>
                    </a:p>
                  </a:txBody>
                  <a:tcPr marL="91440" marR="91440" marT="45720" marB="45720">
                    <a:solidFill>
                      <a:srgbClr val="91C3E3"/>
                    </a:solidFill>
                  </a:tcPr>
                </a:tc>
                <a:tc>
                  <a:txBody>
                    <a:bodyPr lIns="9525" tIns="9525" rIns="9525" bIns="9525"/>
                    <a:lstStyle/>
                    <a:p>
                      <a:pPr algn="ctr"/>
                      <a:r>
                        <a:rPr sz="1275" b="0">
                          <a:solidFill>
                            <a:srgbClr val="0F172A"/>
                          </a:solidFill>
                          <a:latin typeface="Inter"/>
                          <a:ea typeface="Inter"/>
                          <a:cs typeface="Inter"/>
                        </a:rPr>
                        <a:t>27</a:t>
                      </a:r>
                    </a:p>
                  </a:txBody>
                  <a:tcPr marL="91440" marR="91440" marT="45720" marB="45720">
                    <a:solidFill>
                      <a:srgbClr val="BDDBEE"/>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7</a:t>
                      </a:r>
                    </a:p>
                  </a:txBody>
                  <a:tcPr marL="91440" marR="91440" marT="45720" marB="45720">
                    <a:solidFill>
                      <a:srgbClr val="E9F2F8"/>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16QAM</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9</a:t>
                      </a:r>
                    </a:p>
                  </a:txBody>
                  <a:tcPr marL="91440" marR="91440" marT="45720" marB="45720">
                    <a:solidFill>
                      <a:srgbClr val="E4EFF7"/>
                    </a:solidFill>
                  </a:tcPr>
                </a:tc>
                <a:tc>
                  <a:txBody>
                    <a:bodyPr lIns="9525" tIns="9525" rIns="9525" bIns="9525"/>
                    <a:lstStyle/>
                    <a:p>
                      <a:pPr algn="ctr"/>
                      <a:r>
                        <a:rPr sz="1275" b="0">
                          <a:solidFill>
                            <a:srgbClr val="0F172A"/>
                          </a:solidFill>
                          <a:latin typeface="Inter"/>
                          <a:ea typeface="Inter"/>
                          <a:cs typeface="Inter"/>
                        </a:rPr>
                        <a:t>55</a:t>
                      </a:r>
                    </a:p>
                  </a:txBody>
                  <a:tcPr marL="91440" marR="91440" marT="45720" marB="45720">
                    <a:solidFill>
                      <a:srgbClr val="80BADF"/>
                    </a:solidFill>
                  </a:tcPr>
                </a:tc>
                <a:tc>
                  <a:txBody>
                    <a:bodyPr lIns="9525" tIns="9525" rIns="9525" bIns="9525"/>
                    <a:lstStyle/>
                    <a:p>
                      <a:pPr algn="ctr"/>
                      <a:r>
                        <a:rPr sz="1275" b="0">
                          <a:solidFill>
                            <a:srgbClr val="0F172A"/>
                          </a:solidFill>
                          <a:latin typeface="Inter"/>
                          <a:ea typeface="Inter"/>
                          <a:cs typeface="Inter"/>
                        </a:rPr>
                        <a:t>18</a:t>
                      </a:r>
                    </a:p>
                  </a:txBody>
                  <a:tcPr marL="91440" marR="91440" marT="45720" marB="45720">
                    <a:solidFill>
                      <a:srgbClr val="D0E5F2"/>
                    </a:solidFill>
                  </a:tcPr>
                </a:tc>
                <a:tc>
                  <a:txBody>
                    <a:bodyPr lIns="9525" tIns="9525" rIns="9525" bIns="9525"/>
                    <a:lstStyle/>
                    <a:p>
                      <a:pPr algn="ctr"/>
                      <a:r>
                        <a:rPr sz="1275" b="0">
                          <a:solidFill>
                            <a:srgbClr val="0F172A"/>
                          </a:solidFill>
                          <a:latin typeface="Inter"/>
                          <a:ea typeface="Inter"/>
                          <a:cs typeface="Inter"/>
                        </a:rPr>
                        <a:t>9</a:t>
                      </a:r>
                    </a:p>
                  </a:txBody>
                  <a:tcPr marL="91440" marR="91440" marT="45720" marB="45720">
                    <a:solidFill>
                      <a:srgbClr val="E4EFF7"/>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9</a:t>
                      </a:r>
                    </a:p>
                  </a:txBody>
                  <a:tcPr marL="91440" marR="91440" marT="45720" marB="45720">
                    <a:solidFill>
                      <a:srgbClr val="E4EFF7"/>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64QAM</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20</a:t>
                      </a:r>
                    </a:p>
                  </a:txBody>
                  <a:tcPr marL="91440" marR="91440" marT="45720" marB="45720">
                    <a:solidFill>
                      <a:srgbClr val="CCE2F1"/>
                    </a:solidFill>
                  </a:tcPr>
                </a:tc>
                <a:tc>
                  <a:txBody>
                    <a:bodyPr lIns="9525" tIns="9525" rIns="9525" bIns="9525"/>
                    <a:lstStyle/>
                    <a:p>
                      <a:pPr algn="ctr"/>
                      <a:r>
                        <a:rPr sz="1275" b="0">
                          <a:solidFill>
                            <a:srgbClr val="0F172A"/>
                          </a:solidFill>
                          <a:latin typeface="Inter"/>
                          <a:ea typeface="Inter"/>
                          <a:cs typeface="Inter"/>
                        </a:rPr>
                        <a:t>40</a:t>
                      </a:r>
                    </a:p>
                  </a:txBody>
                  <a:tcPr marL="91440" marR="91440" marT="45720" marB="45720">
                    <a:solidFill>
                      <a:srgbClr val="A0CBE7"/>
                    </a:solidFill>
                  </a:tcPr>
                </a:tc>
                <a:tc>
                  <a:txBody>
                    <a:bodyPr lIns="9525" tIns="9525" rIns="9525" bIns="9525"/>
                    <a:lstStyle/>
                    <a:p>
                      <a:pPr algn="ctr"/>
                      <a:r>
                        <a:rPr sz="1275" b="0">
                          <a:solidFill>
                            <a:srgbClr val="0F172A"/>
                          </a:solidFill>
                          <a:latin typeface="Inter"/>
                          <a:ea typeface="Inter"/>
                          <a:cs typeface="Inter"/>
                        </a:rPr>
                        <a:t>30</a:t>
                      </a:r>
                    </a:p>
                  </a:txBody>
                  <a:tcPr marL="91440" marR="91440" marT="45720" marB="45720">
                    <a:solidFill>
                      <a:srgbClr val="B6D7E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10</a:t>
                      </a:r>
                    </a:p>
                  </a:txBody>
                  <a:tcPr marL="91440" marR="91440" marT="45720" marB="45720">
                    <a:solidFill>
                      <a:srgbClr val="E2EEF7"/>
                    </a:solidFill>
                  </a:tcPr>
                </a:tc>
              </a:tr>
              <a:tr h="306917">
                <a:tc>
                  <a:txBody>
                    <a:bodyPr lIns="9525" tIns="9525" rIns="9525" bIns="9525"/>
                    <a:lstStyle/>
                    <a:p>
                      <a:pPr algn="ctr"/>
                      <a:r>
                        <a:rPr sz="975" b="1">
                          <a:solidFill>
                            <a:srgbClr val="0F172A"/>
                          </a:solidFill>
                          <a:latin typeface="Inter"/>
                          <a:ea typeface="Inter"/>
                          <a:cs typeface="Inter"/>
                        </a:rPr>
                        <a:t>PAM4</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25</a:t>
                      </a:r>
                    </a:p>
                  </a:txBody>
                  <a:tcPr marL="91440" marR="91440" marT="45720" marB="45720">
                    <a:solidFill>
                      <a:srgbClr val="C1DDEF"/>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75</a:t>
                      </a:r>
                    </a:p>
                  </a:txBody>
                  <a:tcPr marL="91440" marR="91440" marT="45720" marB="45720">
                    <a:solidFill>
                      <a:srgbClr val="53A2D4"/>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CPFSK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6</a:t>
                      </a:r>
                    </a:p>
                  </a:txBody>
                  <a:tcPr marL="91440" marR="91440" marT="45720" marB="45720">
                    <a:solidFill>
                      <a:srgbClr val="ECF3F9"/>
                    </a:solidFill>
                  </a:tcPr>
                </a:tc>
                <a:tc>
                  <a:txBody>
                    <a:bodyPr lIns="9525" tIns="9525" rIns="9525" bIns="9525"/>
                    <a:lstStyle/>
                    <a:p>
                      <a:pPr algn="ctr"/>
                      <a:r>
                        <a:rPr sz="1275" b="0">
                          <a:solidFill>
                            <a:srgbClr val="0F172A"/>
                          </a:solidFill>
                          <a:latin typeface="Inter"/>
                          <a:ea typeface="Inter"/>
                          <a:cs typeface="Inter"/>
                        </a:rPr>
                        <a:t>6</a:t>
                      </a:r>
                    </a:p>
                  </a:txBody>
                  <a:tcPr marL="91440" marR="91440" marT="45720" marB="45720">
                    <a:solidFill>
                      <a:srgbClr val="ECF3F9"/>
                    </a:solidFill>
                  </a:tcPr>
                </a:tc>
                <a:tc>
                  <a:txBody>
                    <a:bodyPr lIns="9525" tIns="9525" rIns="9525" bIns="9525"/>
                    <a:lstStyle/>
                    <a:p>
                      <a:pPr algn="ctr"/>
                      <a:r>
                        <a:rPr sz="1275" b="0">
                          <a:solidFill>
                            <a:srgbClr val="0F172A"/>
                          </a:solidFill>
                          <a:latin typeface="Inter"/>
                          <a:ea typeface="Inter"/>
                          <a:cs typeface="Inter"/>
                        </a:rPr>
                        <a:t>6</a:t>
                      </a:r>
                    </a:p>
                  </a:txBody>
                  <a:tcPr marL="91440" marR="91440" marT="45720" marB="45720">
                    <a:solidFill>
                      <a:srgbClr val="ECF3F9"/>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72</a:t>
                      </a:r>
                    </a:p>
                  </a:txBody>
                  <a:tcPr marL="91440" marR="91440" marT="45720" marB="45720">
                    <a:solidFill>
                      <a:srgbClr val="59A5D6"/>
                    </a:solidFill>
                  </a:tcPr>
                </a:tc>
                <a:tc>
                  <a:txBody>
                    <a:bodyPr lIns="9525" tIns="9525" rIns="9525" bIns="9525"/>
                    <a:lstStyle/>
                    <a:p>
                      <a:pPr algn="ctr"/>
                      <a:r>
                        <a:rPr sz="1275" b="0">
                          <a:solidFill>
                            <a:srgbClr val="0F172A"/>
                          </a:solidFill>
                          <a:latin typeface="Inter"/>
                          <a:ea typeface="Inter"/>
                          <a:cs typeface="Inter"/>
                        </a:rPr>
                        <a:t>11</a:t>
                      </a:r>
                    </a:p>
                  </a:txBody>
                  <a:tcPr marL="91440" marR="91440" marT="45720" marB="45720">
                    <a:solidFill>
                      <a:srgbClr val="E0EDF6"/>
                    </a:solidFill>
                  </a:tcPr>
                </a:tc>
              </a:tr>
              <a:tr h="306917">
                <a:tc>
                  <a:txBody>
                    <a:bodyPr lIns="9525" tIns="9525" rIns="9525" bIns="9525"/>
                    <a:lstStyle/>
                    <a:p>
                      <a:pPr algn="ctr"/>
                      <a:r>
                        <a:rPr sz="975" b="1">
                          <a:solidFill>
                            <a:srgbClr val="0F172A"/>
                          </a:solidFill>
                          <a:latin typeface="Inter"/>
                          <a:ea typeface="Inter"/>
                          <a:cs typeface="Inter"/>
                        </a:rPr>
                        <a:t>GFSK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12</a:t>
                      </a:r>
                    </a:p>
                  </a:txBody>
                  <a:tcPr marL="91440" marR="91440" marT="45720" marB="45720">
                    <a:solidFill>
                      <a:srgbClr val="DEECF6"/>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6</a:t>
                      </a:r>
                    </a:p>
                  </a:txBody>
                  <a:tcPr marL="91440" marR="91440" marT="45720" marB="45720">
                    <a:solidFill>
                      <a:srgbClr val="EBF3F9"/>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29</a:t>
                      </a:r>
                    </a:p>
                  </a:txBody>
                  <a:tcPr marL="91440" marR="91440" marT="45720" marB="45720">
                    <a:solidFill>
                      <a:srgbClr val="B7D7EC"/>
                    </a:solidFill>
                  </a:tcPr>
                </a:tc>
                <a:tc>
                  <a:txBody>
                    <a:bodyPr lIns="9525" tIns="9525" rIns="9525" bIns="9525"/>
                    <a:lstStyle/>
                    <a:p>
                      <a:pPr algn="ctr"/>
                      <a:r>
                        <a:rPr sz="1275" b="0">
                          <a:solidFill>
                            <a:srgbClr val="0F172A"/>
                          </a:solidFill>
                          <a:latin typeface="Inter"/>
                          <a:ea typeface="Inter"/>
                          <a:cs typeface="Inter"/>
                        </a:rPr>
                        <a:t>53</a:t>
                      </a:r>
                    </a:p>
                  </a:txBody>
                  <a:tcPr marL="91440" marR="91440" marT="45720" marB="45720">
                    <a:solidFill>
                      <a:srgbClr val="84BCE0"/>
                    </a:solidFill>
                  </a:tcPr>
                </a:tc>
              </a:tr>
            </a:tbl>
          </a:graphicData>
        </a:graphic>
      </p:graphicFrame>
      <p:sp>
        <p:nvSpPr>
          <p:cNvPr id="14" name="">
            <a:extLst xmlns:a="http://schemas.openxmlformats.org/drawingml/2006/main">
              <a:ext uri="{FF2B5EF4-FFF2-40B4-BE49-F238E27FC236}">
                <a16:creationId xmlns:a16="http://schemas.microsoft.com/office/drawing/2014/main" id="{33BBF246-216C-4C36-8B78-30242536497C}"/>
              </a:ext>
            </a:extLst>
          </p:cNvPr>
          <p:cNvSpPr>
            <a:spLocks xmlns:a="http://schemas.openxmlformats.org/drawingml/2006/main" noGrp="1"/>
          </p:cNvSpPr>
          <p:nvPr/>
        </p:nvSpPr>
        <p:spPr>
          <a:xfrm xmlns:a="http://schemas.openxmlformats.org/drawingml/2006/main">
            <a:off x="1285875" y="5372100"/>
            <a:ext cx="1000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0F172A"/>
                </a:solidFill>
                <a:latin typeface="Inter"/>
                <a:ea typeface="Inter"/>
                <a:cs typeface="Inter"/>
              </a:defRPr>
            </a:defPPr>
            <a:lvl1pPr>
              <a:defRPr sz="1575" b="0">
                <a:solidFill>
                  <a:srgbClr val="0F172A"/>
                </a:solidFill>
                <a:latin typeface="Inter"/>
                <a:ea typeface="Inter"/>
                <a:cs typeface="Inter"/>
              </a:defRPr>
            </a:lvl1pPr>
            <a:lvl2pPr>
              <a:defRPr sz="1575" b="0">
                <a:solidFill>
                  <a:srgbClr val="0F172A"/>
                </a:solidFill>
                <a:latin typeface="Inter"/>
                <a:ea typeface="Inter"/>
                <a:cs typeface="Inter"/>
              </a:defRPr>
            </a:lvl2pPr>
            <a:lvl3pPr>
              <a:defRPr sz="1575" b="0">
                <a:solidFill>
                  <a:srgbClr val="0F172A"/>
                </a:solidFill>
                <a:latin typeface="Inter"/>
                <a:ea typeface="Inter"/>
                <a:cs typeface="Inter"/>
              </a:defRPr>
            </a:lvl3pPr>
            <a:lvl4pPr>
              <a:defRPr sz="1575" b="0">
                <a:solidFill>
                  <a:srgbClr val="0F172A"/>
                </a:solidFill>
                <a:latin typeface="Inter"/>
                <a:ea typeface="Inter"/>
                <a:cs typeface="Inter"/>
              </a:defRPr>
            </a:lvl4pPr>
            <a:lvl5pPr>
              <a:defRPr sz="1575" b="0">
                <a:solidFill>
                  <a:srgbClr val="0F172A"/>
                </a:solidFill>
                <a:latin typeface="Inter"/>
                <a:ea typeface="Inter"/>
                <a:cs typeface="Inter"/>
              </a:defRPr>
            </a:lvl5pPr>
            <a:lvl6pPr>
              <a:defRPr sz="1575" b="0">
                <a:solidFill>
                  <a:srgbClr val="0F172A"/>
                </a:solidFill>
                <a:latin typeface="Inter"/>
                <a:ea typeface="Inter"/>
                <a:cs typeface="Inter"/>
              </a:defRPr>
            </a:lvl6pPr>
            <a:lvl7pPr>
              <a:defRPr sz="1575" b="0">
                <a:solidFill>
                  <a:srgbClr val="0F172A"/>
                </a:solidFill>
                <a:latin typeface="Inter"/>
                <a:ea typeface="Inter"/>
                <a:cs typeface="Inter"/>
              </a:defRPr>
            </a:lvl7pPr>
            <a:lvl8pPr>
              <a:defRPr sz="1575" b="0">
                <a:solidFill>
                  <a:srgbClr val="0F172A"/>
                </a:solidFill>
                <a:latin typeface="Inter"/>
                <a:ea typeface="Inter"/>
                <a:cs typeface="Inter"/>
              </a:defRPr>
            </a:lvl8pPr>
            <a:lvl9pPr>
              <a:defRPr sz="1575" b="0">
                <a:solidFill>
                  <a:srgbClr val="0F172A"/>
                </a:solidFill>
                <a:latin typeface="Inter"/>
                <a:ea typeface="Inter"/>
                <a:cs typeface="Inter"/>
              </a:defRPr>
            </a:lvl9pPr>
          </a:lstStyle>
          <a:p xmlns:a="http://schemas.openxmlformats.org/drawingml/2006/main">
            <a:pPr>
              <a:defRPr sz="1575" b="0">
                <a:solidFill>
                  <a:srgbClr val="0F172A"/>
                </a:solidFill>
                <a:latin typeface="Inter"/>
                <a:ea typeface="Inter"/>
                <a:cs typeface="Inter"/>
              </a:defRPr>
            </a:pPr>
            <a:r>
              <a:rPr sz="1575" b="0">
                <a:solidFill>
                  <a:srgbClr val="0F172A"/>
                </a:solidFill>
                <a:latin typeface="Inter"/>
                <a:ea typeface="Inter"/>
                <a:cs typeface="Inter"/>
              </a:rPr>
              <a:t>Rows = true class     Columns = predicted class     Each row totals approximately 100%</a:t>
            </a:r>
          </a:p>
        </p:txBody>
      </p:sp>
      <p:sp>
        <p:nvSpPr>
          <p:cNvPr id="15" name="">
            <a:extLst xmlns:a="http://schemas.openxmlformats.org/drawingml/2006/main">
              <a:ext uri="{FF2B5EF4-FFF2-40B4-BE49-F238E27FC236}">
                <a16:creationId xmlns:a16="http://schemas.microsoft.com/office/drawing/2014/main" id="{31D3C359-EAC0-4FF2-A5E7-6E543ED19181}"/>
              </a:ext>
            </a:extLst>
          </p:cNvPr>
          <p:cNvSpPr>
            <a:spLocks xmlns:a="http://schemas.openxmlformats.org/drawingml/2006/main" noGrp="1"/>
          </p:cNvSpPr>
          <p:nvPr/>
        </p:nvSpPr>
        <p:spPr>
          <a:xfrm xmlns:a="http://schemas.openxmlformats.org/drawingml/2006/main">
            <a:off x="1285875" y="5762625"/>
            <a:ext cx="990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0">
                <a:solidFill>
                  <a:srgbClr val="0F172A"/>
                </a:solidFill>
                <a:latin typeface="Inter"/>
                <a:ea typeface="Inter"/>
                <a:cs typeface="Inter"/>
              </a:defRPr>
            </a:defPPr>
            <a:lvl1pPr>
              <a:defRPr sz="1500" b="0">
                <a:solidFill>
                  <a:srgbClr val="0F172A"/>
                </a:solidFill>
                <a:latin typeface="Inter"/>
                <a:ea typeface="Inter"/>
                <a:cs typeface="Inter"/>
              </a:defRPr>
            </a:lvl1pPr>
            <a:lvl2pPr>
              <a:defRPr sz="1500" b="0">
                <a:solidFill>
                  <a:srgbClr val="0F172A"/>
                </a:solidFill>
                <a:latin typeface="Inter"/>
                <a:ea typeface="Inter"/>
                <a:cs typeface="Inter"/>
              </a:defRPr>
            </a:lvl2pPr>
            <a:lvl3pPr>
              <a:defRPr sz="1500" b="0">
                <a:solidFill>
                  <a:srgbClr val="0F172A"/>
                </a:solidFill>
                <a:latin typeface="Inter"/>
                <a:ea typeface="Inter"/>
                <a:cs typeface="Inter"/>
              </a:defRPr>
            </a:lvl3pPr>
            <a:lvl4pPr>
              <a:defRPr sz="1500" b="0">
                <a:solidFill>
                  <a:srgbClr val="0F172A"/>
                </a:solidFill>
                <a:latin typeface="Inter"/>
                <a:ea typeface="Inter"/>
                <a:cs typeface="Inter"/>
              </a:defRPr>
            </a:lvl4pPr>
            <a:lvl5pPr>
              <a:defRPr sz="1500" b="0">
                <a:solidFill>
                  <a:srgbClr val="0F172A"/>
                </a:solidFill>
                <a:latin typeface="Inter"/>
                <a:ea typeface="Inter"/>
                <a:cs typeface="Inter"/>
              </a:defRPr>
            </a:lvl5pPr>
            <a:lvl6pPr>
              <a:defRPr sz="1500" b="0">
                <a:solidFill>
                  <a:srgbClr val="0F172A"/>
                </a:solidFill>
                <a:latin typeface="Inter"/>
                <a:ea typeface="Inter"/>
                <a:cs typeface="Inter"/>
              </a:defRPr>
            </a:lvl6pPr>
            <a:lvl7pPr>
              <a:defRPr sz="1500" b="0">
                <a:solidFill>
                  <a:srgbClr val="0F172A"/>
                </a:solidFill>
                <a:latin typeface="Inter"/>
                <a:ea typeface="Inter"/>
                <a:cs typeface="Inter"/>
              </a:defRPr>
            </a:lvl7pPr>
            <a:lvl8pPr>
              <a:defRPr sz="1500" b="0">
                <a:solidFill>
                  <a:srgbClr val="0F172A"/>
                </a:solidFill>
                <a:latin typeface="Inter"/>
                <a:ea typeface="Inter"/>
                <a:cs typeface="Inter"/>
              </a:defRPr>
            </a:lvl8pPr>
            <a:lvl9pPr>
              <a:defRPr sz="1500" b="0">
                <a:solidFill>
                  <a:srgbClr val="0F172A"/>
                </a:solidFill>
                <a:latin typeface="Inter"/>
                <a:ea typeface="Inter"/>
                <a:cs typeface="Inter"/>
              </a:defRPr>
            </a:lvl9pPr>
          </a:lstStyle>
          <a:p xmlns:a="http://schemas.openxmlformats.org/drawingml/2006/main">
            <a:pPr>
              <a:defRPr sz="1500" b="0">
                <a:solidFill>
                  <a:srgbClr val="0F172A"/>
                </a:solidFill>
                <a:latin typeface="Inter"/>
                <a:ea typeface="Inter"/>
                <a:cs typeface="Inter"/>
              </a:defRPr>
            </a:pPr>
            <a:r>
              <a:rPr sz="1500" b="0">
                <a:solidFill>
                  <a:srgbClr val="0F172A"/>
                </a:solidFill>
                <a:latin typeface="Inter"/>
                <a:ea typeface="Inter"/>
                <a:cs typeface="Inter"/>
              </a:rPr>
              <a:t>QAM and FSK confusions remain. Noise-related overlap is a physical explanation to test.</a:t>
            </a:r>
          </a:p>
        </p:txBody>
      </p:sp>
    </p:spTree>
    <p:extLst>
      <p:ext uri="{BB962C8B-B14F-4D97-AF65-F5344CB8AC3E}">
        <p14:creationId xmlns:p14="http://schemas.microsoft.com/office/powerpoint/2010/main" val="24068057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ounded Rectangle 1">
            <a:extLst xmlns:a="http://schemas.openxmlformats.org/drawingml/2006/main">
              <a:ext uri="{FF2B5EF4-FFF2-40B4-BE49-F238E27FC236}">
                <a16:creationId xmlns:a16="http://schemas.microsoft.com/office/drawing/2014/main" id="{CE23F87A-193D-430B-8911-78CDC8774CDA}"/>
              </a:ext>
            </a:extLst>
          </p:cNvPr>
          <p:cNvSpPr>
            <a:spLocks xmlns:a="http://schemas.openxmlformats.org/drawingml/2006/main" noGrp="1"/>
          </p:cNvSpPr>
          <p:nvPr/>
        </p:nvSpPr>
        <p:spPr>
          <a:xfrm xmlns:a="http://schemas.openxmlformats.org/drawingml/2006/main">
            <a:off x="731520" y="384048"/>
            <a:ext cx="137160" cy="4434840"/>
          </a:xfrm>
          <a:prstGeom xmlns:a="http://schemas.openxmlformats.org/drawingml/2006/main" prst="roundRect">
            <a:avLst>
              <a:gd name="adj" fmla="val 4000"/>
            </a:avLst>
          </a:prstGeom>
          <a:solidFill xmlns:a="http://schemas.openxmlformats.org/drawingml/2006/main">
            <a:srgbClr val="0284C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ounded Rectangle 2">
            <a:extLst xmlns:a="http://schemas.openxmlformats.org/drawingml/2006/main">
              <a:ext uri="{FF2B5EF4-FFF2-40B4-BE49-F238E27FC236}">
                <a16:creationId xmlns:a16="http://schemas.microsoft.com/office/drawing/2014/main" id="{D467BC90-05A9-4E89-9EA6-6B87372C620F}"/>
              </a:ext>
            </a:extLst>
          </p:cNvPr>
          <p:cNvSpPr>
            <a:spLocks xmlns:a="http://schemas.openxmlformats.org/drawingml/2006/main" noGrp="1"/>
          </p:cNvSpPr>
          <p:nvPr/>
        </p:nvSpPr>
        <p:spPr>
          <a:xfrm xmlns:a="http://schemas.openxmlformats.org/drawingml/2006/main">
            <a:off x="1005840" y="384048"/>
            <a:ext cx="2500884" cy="329184"/>
          </a:xfrm>
          <a:prstGeom xmlns:a="http://schemas.openxmlformats.org/drawingml/2006/main" prst="roundRect">
            <a:avLst>
              <a:gd name="adj" fmla="val 4000"/>
            </a:avLst>
          </a:prstGeom>
          <a:solidFill xmlns:a="http://schemas.openxmlformats.org/drawingml/2006/main">
            <a:srgbClr val="256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1FA9ADA3-9AE5-4466-B1DA-131603E40050}"/>
              </a:ext>
            </a:extLst>
          </p:cNvPr>
          <p:cNvSpPr>
            <a:spLocks xmlns:a="http://schemas.openxmlformats.org/drawingml/2006/main" noGrp="1"/>
          </p:cNvSpPr>
          <p:nvPr/>
        </p:nvSpPr>
        <p:spPr>
          <a:xfrm xmlns:a="http://schemas.openxmlformats.org/drawingml/2006/main">
            <a:off x="1078992" y="402336"/>
            <a:ext cx="2500884" cy="3017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100" b="1">
                <a:solidFill>
                  <a:srgbClr val="FFFFFF"/>
                </a:solidFill>
                <a:latin typeface="Manrope"/>
                <a:ea typeface="Manrope"/>
                <a:cs typeface="Manrope"/>
              </a:rPr>
              <a:t>04 • KẾT QUẢ &amp; DEMO</a:t>
            </a:r>
          </a:p>
        </p:txBody>
      </p:sp>
      <p:sp>
        <p:nvSpPr>
          <p:cNvPr id="5" name="TextBox 4">
            <a:extLst xmlns:a="http://schemas.openxmlformats.org/drawingml/2006/main">
              <a:ext uri="{FF2B5EF4-FFF2-40B4-BE49-F238E27FC236}">
                <a16:creationId xmlns:a16="http://schemas.microsoft.com/office/drawing/2014/main" id="{02875C89-C4EF-4499-91B0-B6B17A448677}"/>
              </a:ext>
            </a:extLst>
          </p:cNvPr>
          <p:cNvSpPr>
            <a:spLocks xmlns:a="http://schemas.openxmlformats.org/drawingml/2006/main" noGrp="1"/>
          </p:cNvSpPr>
          <p:nvPr/>
        </p:nvSpPr>
        <p:spPr>
          <a:xfrm xmlns:a="http://schemas.openxmlformats.org/drawingml/2006/main">
            <a:off x="1005840" y="804672"/>
            <a:ext cx="10424160"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3000" b="1">
                <a:solidFill>
                  <a:srgbClr val="0F172A"/>
                </a:solidFill>
                <a:latin typeface="Manrope"/>
                <a:ea typeface="Manrope"/>
                <a:cs typeface="Manrope"/>
              </a:defRPr>
            </a:defPPr>
            <a:lvl1pPr>
              <a:defRPr sz="3000" b="1">
                <a:solidFill>
                  <a:srgbClr val="0F172A"/>
                </a:solidFill>
                <a:latin typeface="Manrope"/>
                <a:ea typeface="Manrope"/>
                <a:cs typeface="Manrope"/>
              </a:defRPr>
            </a:lvl1pPr>
            <a:lvl2pPr>
              <a:defRPr sz="3000" b="1">
                <a:solidFill>
                  <a:srgbClr val="0F172A"/>
                </a:solidFill>
                <a:latin typeface="Manrope"/>
                <a:ea typeface="Manrope"/>
                <a:cs typeface="Manrope"/>
              </a:defRPr>
            </a:lvl2pPr>
            <a:lvl3pPr>
              <a:defRPr sz="3000" b="1">
                <a:solidFill>
                  <a:srgbClr val="0F172A"/>
                </a:solidFill>
                <a:latin typeface="Manrope"/>
                <a:ea typeface="Manrope"/>
                <a:cs typeface="Manrope"/>
              </a:defRPr>
            </a:lvl3pPr>
            <a:lvl4pPr>
              <a:defRPr sz="3000" b="1">
                <a:solidFill>
                  <a:srgbClr val="0F172A"/>
                </a:solidFill>
                <a:latin typeface="Manrope"/>
                <a:ea typeface="Manrope"/>
                <a:cs typeface="Manrope"/>
              </a:defRPr>
            </a:lvl4pPr>
            <a:lvl5pPr>
              <a:defRPr sz="3000" b="1">
                <a:solidFill>
                  <a:srgbClr val="0F172A"/>
                </a:solidFill>
                <a:latin typeface="Manrope"/>
                <a:ea typeface="Manrope"/>
                <a:cs typeface="Manrope"/>
              </a:defRPr>
            </a:lvl5pPr>
            <a:lvl6pPr>
              <a:defRPr sz="3000" b="1">
                <a:solidFill>
                  <a:srgbClr val="0F172A"/>
                </a:solidFill>
                <a:latin typeface="Manrope"/>
                <a:ea typeface="Manrope"/>
                <a:cs typeface="Manrope"/>
              </a:defRPr>
            </a:lvl6pPr>
            <a:lvl7pPr>
              <a:defRPr sz="3000" b="1">
                <a:solidFill>
                  <a:srgbClr val="0F172A"/>
                </a:solidFill>
                <a:latin typeface="Manrope"/>
                <a:ea typeface="Manrope"/>
                <a:cs typeface="Manrope"/>
              </a:defRPr>
            </a:lvl7pPr>
            <a:lvl8pPr>
              <a:defRPr sz="3000" b="1">
                <a:solidFill>
                  <a:srgbClr val="0F172A"/>
                </a:solidFill>
                <a:latin typeface="Manrope"/>
                <a:ea typeface="Manrope"/>
                <a:cs typeface="Manrope"/>
              </a:defRPr>
            </a:lvl8pPr>
            <a:lvl9pPr>
              <a:defRPr sz="3000" b="1">
                <a:solidFill>
                  <a:srgbClr val="0F172A"/>
                </a:solidFill>
                <a:latin typeface="Manrope"/>
                <a:ea typeface="Manrope"/>
                <a:cs typeface="Manrope"/>
              </a:defRPr>
            </a:lvl9pPr>
          </a:lstStyle>
          <a:p xmlns:a="http://schemas.openxmlformats.org/drawingml/2006/main">
            <a:pPr>
              <a:defRPr sz="3000" b="1">
                <a:solidFill>
                  <a:srgbClr val="0F172A"/>
                </a:solidFill>
                <a:latin typeface="Manrope"/>
                <a:ea typeface="Manrope"/>
                <a:cs typeface="Manrope"/>
              </a:defRPr>
            </a:pPr>
            <a:r>
              <a:rPr sz="3000" b="1">
                <a:solidFill>
                  <a:srgbClr val="0F172A"/>
                </a:solidFill>
                <a:latin typeface="Manrope"/>
                <a:ea typeface="Manrope"/>
                <a:cs typeface="Manrope"/>
              </a:rPr>
              <a:t>Interactive demo</a:t>
            </a:r>
          </a:p>
        </p:txBody>
      </p:sp>
      <p:sp>
        <p:nvSpPr>
          <p:cNvPr id="6" name="TextBox 5">
            <a:extLst xmlns:a="http://schemas.openxmlformats.org/drawingml/2006/main">
              <a:ext uri="{FF2B5EF4-FFF2-40B4-BE49-F238E27FC236}">
                <a16:creationId xmlns:a16="http://schemas.microsoft.com/office/drawing/2014/main" id="{45E4B503-3563-491C-A209-9D1C431FF58B}"/>
              </a:ext>
            </a:extLst>
          </p:cNvPr>
          <p:cNvSpPr>
            <a:spLocks xmlns:a="http://schemas.openxmlformats.org/drawingml/2006/main" noGrp="1"/>
          </p:cNvSpPr>
          <p:nvPr/>
        </p:nvSpPr>
        <p:spPr>
          <a:xfrm xmlns:a="http://schemas.openxmlformats.org/drawingml/2006/main">
            <a:off x="1005840" y="1389888"/>
            <a:ext cx="4878387" cy="24003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575">
                <a:solidFill>
                  <a:srgbClr val="0F172A"/>
                </a:solidFill>
                <a:latin typeface="Inter"/>
                <a:ea typeface="Inter"/>
                <a:cs typeface="Inter"/>
              </a:defRPr>
            </a:defPPr>
            <a:lvl1pPr>
              <a:defRPr sz="1575">
                <a:solidFill>
                  <a:srgbClr val="0F172A"/>
                </a:solidFill>
                <a:latin typeface="Inter"/>
                <a:ea typeface="Inter"/>
                <a:cs typeface="Inter"/>
              </a:defRPr>
            </a:lvl1pPr>
            <a:lvl2pPr>
              <a:defRPr sz="1575">
                <a:solidFill>
                  <a:srgbClr val="0F172A"/>
                </a:solidFill>
                <a:latin typeface="Inter"/>
                <a:ea typeface="Inter"/>
                <a:cs typeface="Inter"/>
              </a:defRPr>
            </a:lvl2pPr>
            <a:lvl3pPr>
              <a:defRPr sz="1575">
                <a:solidFill>
                  <a:srgbClr val="0F172A"/>
                </a:solidFill>
                <a:latin typeface="Inter"/>
                <a:ea typeface="Inter"/>
                <a:cs typeface="Inter"/>
              </a:defRPr>
            </a:lvl3pPr>
            <a:lvl4pPr>
              <a:defRPr sz="1575">
                <a:solidFill>
                  <a:srgbClr val="0F172A"/>
                </a:solidFill>
                <a:latin typeface="Inter"/>
                <a:ea typeface="Inter"/>
                <a:cs typeface="Inter"/>
              </a:defRPr>
            </a:lvl4pPr>
            <a:lvl5pPr>
              <a:defRPr sz="1575">
                <a:solidFill>
                  <a:srgbClr val="0F172A"/>
                </a:solidFill>
                <a:latin typeface="Inter"/>
                <a:ea typeface="Inter"/>
                <a:cs typeface="Inter"/>
              </a:defRPr>
            </a:lvl5pPr>
            <a:lvl6pPr>
              <a:defRPr sz="1575">
                <a:solidFill>
                  <a:srgbClr val="0F172A"/>
                </a:solidFill>
                <a:latin typeface="Inter"/>
                <a:ea typeface="Inter"/>
                <a:cs typeface="Inter"/>
              </a:defRPr>
            </a:lvl6pPr>
            <a:lvl7pPr>
              <a:defRPr sz="1575">
                <a:solidFill>
                  <a:srgbClr val="0F172A"/>
                </a:solidFill>
                <a:latin typeface="Inter"/>
                <a:ea typeface="Inter"/>
                <a:cs typeface="Inter"/>
              </a:defRPr>
            </a:lvl7pPr>
            <a:lvl8pPr>
              <a:defRPr sz="1575">
                <a:solidFill>
                  <a:srgbClr val="0F172A"/>
                </a:solidFill>
                <a:latin typeface="Inter"/>
                <a:ea typeface="Inter"/>
                <a:cs typeface="Inter"/>
              </a:defRPr>
            </a:lvl8pPr>
            <a:lvl9pPr>
              <a:defRPr sz="1575">
                <a:solidFill>
                  <a:srgbClr val="0F172A"/>
                </a:solidFill>
                <a:latin typeface="Inter"/>
                <a:ea typeface="Inter"/>
                <a:cs typeface="Inter"/>
              </a:defRPr>
            </a:lvl9pPr>
          </a:lstStyle>
          <a:p xmlns:a="http://schemas.openxmlformats.org/drawingml/2006/main">
            <a:pPr>
              <a:defRPr sz="1575">
                <a:solidFill>
                  <a:srgbClr val="0F172A"/>
                </a:solidFill>
                <a:latin typeface="Inter"/>
                <a:ea typeface="Inter"/>
                <a:cs typeface="Inter"/>
              </a:defRPr>
            </a:pPr>
            <a:r>
              <a:rPr sz="1575" b="0">
                <a:solidFill>
                  <a:srgbClr val="0F172A"/>
                </a:solidFill>
                <a:latin typeface="Inter"/>
                <a:ea typeface="Inter"/>
                <a:cs typeface="Inter"/>
              </a:rPr>
              <a:t>Live manipulation of modulation, SNR and phase offset</a:t>
            </a:r>
          </a:p>
        </p:txBody>
      </p:sp>
      <p:sp>
        <p:nvSpPr>
          <p:cNvPr id="7" name="Rectangle 6">
            <a:extLst xmlns:a="http://schemas.openxmlformats.org/drawingml/2006/main">
              <a:ext uri="{FF2B5EF4-FFF2-40B4-BE49-F238E27FC236}">
                <a16:creationId xmlns:a16="http://schemas.microsoft.com/office/drawing/2014/main" id="{0A5EC749-52B4-4993-A780-4B38DA7E80D6}"/>
              </a:ext>
            </a:extLst>
          </p:cNvPr>
          <p:cNvSpPr>
            <a:spLocks xmlns:a="http://schemas.openxmlformats.org/drawingml/2006/main" noGrp="1"/>
          </p:cNvSpPr>
          <p:nvPr/>
        </p:nvSpPr>
        <p:spPr>
          <a:xfrm xmlns:a="http://schemas.openxmlformats.org/drawingml/2006/main">
            <a:off x="731520" y="6035040"/>
            <a:ext cx="10725912" cy="9144"/>
          </a:xfrm>
          <a:prstGeom xmlns:a="http://schemas.openxmlformats.org/drawingml/2006/main" prst="rect">
            <a:avLst/>
          </a:prstGeom>
          <a:solidFill xmlns:a="http://schemas.openxmlformats.org/drawingml/2006/main">
            <a:srgbClr val="E2E8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A679AD0-280C-4CBD-B4AB-701432AE2455}"/>
              </a:ext>
            </a:extLst>
          </p:cNvPr>
          <p:cNvSpPr>
            <a:spLocks xmlns:a="http://schemas.openxmlformats.org/drawingml/2006/main" noGrp="1"/>
          </p:cNvSpPr>
          <p:nvPr/>
        </p:nvSpPr>
        <p:spPr>
          <a:xfrm xmlns:a="http://schemas.openxmlformats.org/drawingml/2006/main">
            <a:off x="731520" y="6144768"/>
            <a:ext cx="7772400" cy="3200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900" b="0">
                <a:solidFill>
                  <a:srgbClr val="94A3B8"/>
                </a:solidFill>
                <a:latin typeface="Inter"/>
                <a:ea typeface="Inter"/>
                <a:cs typeface="Inter"/>
              </a:rPr>
              <a:t>EE136: Machine Learning for Wireless Communications | Topic 4 Capstone Defense</a:t>
            </a:r>
          </a:p>
        </p:txBody>
      </p:sp>
      <p:sp>
        <p:nvSpPr>
          <p:cNvPr id="9" name="TextBox 8">
            <a:extLst xmlns:a="http://schemas.openxmlformats.org/drawingml/2006/main">
              <a:ext uri="{FF2B5EF4-FFF2-40B4-BE49-F238E27FC236}">
                <a16:creationId xmlns:a16="http://schemas.microsoft.com/office/drawing/2014/main" id="{55B32662-426B-4C7A-AB61-483E1ADC6702}"/>
              </a:ext>
            </a:extLst>
          </p:cNvPr>
          <p:cNvSpPr>
            <a:spLocks xmlns:a="http://schemas.openxmlformats.org/drawingml/2006/main" noGrp="1"/>
          </p:cNvSpPr>
          <p:nvPr/>
        </p:nvSpPr>
        <p:spPr>
          <a:xfrm xmlns:a="http://schemas.openxmlformats.org/drawingml/2006/main">
            <a:off x="9601200" y="6144768"/>
            <a:ext cx="881380" cy="2286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900" b="0">
                <a:solidFill>
                  <a:srgbClr val="94A3B8"/>
                </a:solidFill>
                <a:latin typeface="Inter"/>
                <a:ea typeface="Inter"/>
                <a:cs typeface="Inter"/>
              </a:rPr>
              <a:t>Slide 11 of 14</a:t>
            </a:r>
          </a:p>
        </p:txBody>
      </p:sp>
      <p:sp>
        <p:nvSpPr>
          <p:cNvPr id="10" name="">
            <a:extLst xmlns:a="http://schemas.openxmlformats.org/drawingml/2006/main">
              <a:ext uri="{FF2B5EF4-FFF2-40B4-BE49-F238E27FC236}">
                <a16:creationId xmlns:a16="http://schemas.microsoft.com/office/drawing/2014/main" id="{7E7DAF2C-8CC7-4CAF-816B-209F653875E4}"/>
              </a:ext>
            </a:extLst>
          </p:cNvPr>
          <p:cNvSpPr>
            <a:spLocks xmlns:a="http://schemas.openxmlformats.org/drawingml/2006/main" noGrp="1"/>
          </p:cNvSpPr>
          <p:nvPr/>
        </p:nvSpPr>
        <p:spPr>
          <a:xfrm xmlns:a="http://schemas.openxmlformats.org/drawingml/2006/main">
            <a:off x="1047750" y="1952625"/>
            <a:ext cx="5334000" cy="3143250"/>
          </a:xfrm>
          <a:prstGeom xmlns:a="http://schemas.openxmlformats.org/drawingml/2006/main" prst="roundRect">
            <a:avLst>
              <a:gd name="adj" fmla="val 1818"/>
            </a:avLst>
          </a:prstGeom>
          <a:solidFill xmlns:a="http://schemas.openxmlformats.org/drawingml/2006/main">
            <a:srgbClr val="F8FAFC"/>
          </a:solidFill>
          <a:ln xmlns:a="http://schemas.openxmlformats.org/drawingml/2006/main" w="9525">
            <a:solidFill>
              <a:srgbClr val="E2E8F0"/>
            </a:solidFill>
            <a:prstDash val="solid"/>
          </a:ln>
        </p:spPr>
      </p:sp>
      <p:sp>
        <p:nvSpPr>
          <p:cNvPr id="11" name="">
            <a:extLst xmlns:a="http://schemas.openxmlformats.org/drawingml/2006/main">
              <a:ext uri="{FF2B5EF4-FFF2-40B4-BE49-F238E27FC236}">
                <a16:creationId xmlns:a16="http://schemas.microsoft.com/office/drawing/2014/main" id="{7D0E7880-CA48-472A-B7C5-F01972EB5EDE}"/>
              </a:ext>
            </a:extLst>
          </p:cNvPr>
          <p:cNvSpPr>
            <a:spLocks xmlns:a="http://schemas.openxmlformats.org/drawingml/2006/main" noGrp="1"/>
          </p:cNvSpPr>
          <p:nvPr/>
        </p:nvSpPr>
        <p:spPr>
          <a:xfrm xmlns:a="http://schemas.openxmlformats.org/drawingml/2006/main">
            <a:off x="1276350" y="2143125"/>
            <a:ext cx="487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284C7"/>
                </a:solidFill>
                <a:latin typeface="Manrope"/>
                <a:ea typeface="Manrope"/>
                <a:cs typeface="Manrope"/>
              </a:defRPr>
            </a:defPPr>
            <a:lvl1pPr>
              <a:defRPr sz="2025" b="1">
                <a:solidFill>
                  <a:srgbClr val="0284C7"/>
                </a:solidFill>
                <a:latin typeface="Manrope"/>
                <a:ea typeface="Manrope"/>
                <a:cs typeface="Manrope"/>
              </a:defRPr>
            </a:lvl1pPr>
            <a:lvl2pPr>
              <a:defRPr sz="2025" b="1">
                <a:solidFill>
                  <a:srgbClr val="0284C7"/>
                </a:solidFill>
                <a:latin typeface="Manrope"/>
                <a:ea typeface="Manrope"/>
                <a:cs typeface="Manrope"/>
              </a:defRPr>
            </a:lvl2pPr>
            <a:lvl3pPr>
              <a:defRPr sz="2025" b="1">
                <a:solidFill>
                  <a:srgbClr val="0284C7"/>
                </a:solidFill>
                <a:latin typeface="Manrope"/>
                <a:ea typeface="Manrope"/>
                <a:cs typeface="Manrope"/>
              </a:defRPr>
            </a:lvl3pPr>
            <a:lvl4pPr>
              <a:defRPr sz="2025" b="1">
                <a:solidFill>
                  <a:srgbClr val="0284C7"/>
                </a:solidFill>
                <a:latin typeface="Manrope"/>
                <a:ea typeface="Manrope"/>
                <a:cs typeface="Manrope"/>
              </a:defRPr>
            </a:lvl4pPr>
            <a:lvl5pPr>
              <a:defRPr sz="2025" b="1">
                <a:solidFill>
                  <a:srgbClr val="0284C7"/>
                </a:solidFill>
                <a:latin typeface="Manrope"/>
                <a:ea typeface="Manrope"/>
                <a:cs typeface="Manrope"/>
              </a:defRPr>
            </a:lvl5pPr>
            <a:lvl6pPr>
              <a:defRPr sz="2025" b="1">
                <a:solidFill>
                  <a:srgbClr val="0284C7"/>
                </a:solidFill>
                <a:latin typeface="Manrope"/>
                <a:ea typeface="Manrope"/>
                <a:cs typeface="Manrope"/>
              </a:defRPr>
            </a:lvl6pPr>
            <a:lvl7pPr>
              <a:defRPr sz="2025" b="1">
                <a:solidFill>
                  <a:srgbClr val="0284C7"/>
                </a:solidFill>
                <a:latin typeface="Manrope"/>
                <a:ea typeface="Manrope"/>
                <a:cs typeface="Manrope"/>
              </a:defRPr>
            </a:lvl7pPr>
            <a:lvl8pPr>
              <a:defRPr sz="2025" b="1">
                <a:solidFill>
                  <a:srgbClr val="0284C7"/>
                </a:solidFill>
                <a:latin typeface="Manrope"/>
                <a:ea typeface="Manrope"/>
                <a:cs typeface="Manrope"/>
              </a:defRPr>
            </a:lvl8pPr>
            <a:lvl9pPr>
              <a:defRPr sz="2025" b="1">
                <a:solidFill>
                  <a:srgbClr val="0284C7"/>
                </a:solidFill>
                <a:latin typeface="Manrope"/>
                <a:ea typeface="Manrope"/>
                <a:cs typeface="Manrope"/>
              </a:defRPr>
            </a:lvl9pPr>
          </a:lstStyle>
          <a:p xmlns:a="http://schemas.openxmlformats.org/drawingml/2006/main">
            <a:pPr>
              <a:defRPr sz="2025" b="1">
                <a:solidFill>
                  <a:srgbClr val="0284C7"/>
                </a:solidFill>
                <a:latin typeface="Manrope"/>
                <a:ea typeface="Manrope"/>
                <a:cs typeface="Manrope"/>
              </a:defRPr>
            </a:pPr>
            <a:r>
              <a:rPr sz="2025" b="1">
                <a:solidFill>
                  <a:srgbClr val="0284C7"/>
                </a:solidFill>
                <a:latin typeface="Manrope"/>
                <a:ea typeface="Manrope"/>
                <a:cs typeface="Manrope"/>
              </a:rPr>
              <a:t>Live sequence</a:t>
            </a:r>
          </a:p>
        </p:txBody>
      </p:sp>
      <p:sp>
        <p:nvSpPr>
          <p:cNvPr id="12" name="">
            <a:extLst xmlns:a="http://schemas.openxmlformats.org/drawingml/2006/main">
              <a:ext uri="{FF2B5EF4-FFF2-40B4-BE49-F238E27FC236}">
                <a16:creationId xmlns:a16="http://schemas.microsoft.com/office/drawing/2014/main" id="{9739452E-8CC5-426C-9DA1-954CDFBFD7A0}"/>
              </a:ext>
            </a:extLst>
          </p:cNvPr>
          <p:cNvSpPr>
            <a:spLocks xmlns:a="http://schemas.openxmlformats.org/drawingml/2006/main" noGrp="1"/>
          </p:cNvSpPr>
          <p:nvPr/>
        </p:nvSpPr>
        <p:spPr>
          <a:xfrm xmlns:a="http://schemas.openxmlformats.org/drawingml/2006/main">
            <a:off x="1276350" y="2695575"/>
            <a:ext cx="487680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0F172A"/>
                </a:solidFill>
                <a:latin typeface="Inter"/>
                <a:ea typeface="Inter"/>
                <a:cs typeface="Inter"/>
              </a:defRPr>
            </a:defPPr>
            <a:lvl1pPr>
              <a:defRPr sz="1950" b="0">
                <a:solidFill>
                  <a:srgbClr val="0F172A"/>
                </a:solidFill>
                <a:latin typeface="Inter"/>
                <a:ea typeface="Inter"/>
                <a:cs typeface="Inter"/>
              </a:defRPr>
            </a:lvl1pPr>
            <a:lvl2pPr>
              <a:defRPr sz="1950" b="0">
                <a:solidFill>
                  <a:srgbClr val="0F172A"/>
                </a:solidFill>
                <a:latin typeface="Inter"/>
                <a:ea typeface="Inter"/>
                <a:cs typeface="Inter"/>
              </a:defRPr>
            </a:lvl2pPr>
            <a:lvl3pPr>
              <a:defRPr sz="1950" b="0">
                <a:solidFill>
                  <a:srgbClr val="0F172A"/>
                </a:solidFill>
                <a:latin typeface="Inter"/>
                <a:ea typeface="Inter"/>
                <a:cs typeface="Inter"/>
              </a:defRPr>
            </a:lvl3pPr>
            <a:lvl4pPr>
              <a:defRPr sz="1950" b="0">
                <a:solidFill>
                  <a:srgbClr val="0F172A"/>
                </a:solidFill>
                <a:latin typeface="Inter"/>
                <a:ea typeface="Inter"/>
                <a:cs typeface="Inter"/>
              </a:defRPr>
            </a:lvl4pPr>
            <a:lvl5pPr>
              <a:defRPr sz="1950" b="0">
                <a:solidFill>
                  <a:srgbClr val="0F172A"/>
                </a:solidFill>
                <a:latin typeface="Inter"/>
                <a:ea typeface="Inter"/>
                <a:cs typeface="Inter"/>
              </a:defRPr>
            </a:lvl5pPr>
            <a:lvl6pPr>
              <a:defRPr sz="1950" b="0">
                <a:solidFill>
                  <a:srgbClr val="0F172A"/>
                </a:solidFill>
                <a:latin typeface="Inter"/>
                <a:ea typeface="Inter"/>
                <a:cs typeface="Inter"/>
              </a:defRPr>
            </a:lvl6pPr>
            <a:lvl7pPr>
              <a:defRPr sz="1950" b="0">
                <a:solidFill>
                  <a:srgbClr val="0F172A"/>
                </a:solidFill>
                <a:latin typeface="Inter"/>
                <a:ea typeface="Inter"/>
                <a:cs typeface="Inter"/>
              </a:defRPr>
            </a:lvl7pPr>
            <a:lvl8pPr>
              <a:defRPr sz="1950" b="0">
                <a:solidFill>
                  <a:srgbClr val="0F172A"/>
                </a:solidFill>
                <a:latin typeface="Inter"/>
                <a:ea typeface="Inter"/>
                <a:cs typeface="Inter"/>
              </a:defRPr>
            </a:lvl8pPr>
            <a:lvl9pPr>
              <a:defRPr sz="1950" b="0">
                <a:solidFill>
                  <a:srgbClr val="0F172A"/>
                </a:solidFill>
                <a:latin typeface="Inter"/>
                <a:ea typeface="Inter"/>
                <a:cs typeface="Inter"/>
              </a:defRPr>
            </a:lvl9pPr>
          </a:lstStyle>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1  Select modulation and SNR</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2  Generate a fresh burst</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3  Compare both predictions</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4  Sweep phase offset and SNR</a:t>
            </a:r>
          </a:p>
        </p:txBody>
      </p:sp>
      <p:sp>
        <p:nvSpPr>
          <p:cNvPr id="13" name="">
            <a:extLst xmlns:a="http://schemas.openxmlformats.org/drawingml/2006/main">
              <a:ext uri="{FF2B5EF4-FFF2-40B4-BE49-F238E27FC236}">
                <a16:creationId xmlns:a16="http://schemas.microsoft.com/office/drawing/2014/main" id="{035F0FC2-9749-4307-B7E9-172B0D878141}"/>
              </a:ext>
            </a:extLst>
          </p:cNvPr>
          <p:cNvSpPr>
            <a:spLocks xmlns:a="http://schemas.openxmlformats.org/drawingml/2006/main" noGrp="1"/>
          </p:cNvSpPr>
          <p:nvPr/>
        </p:nvSpPr>
        <p:spPr>
          <a:xfrm xmlns:a="http://schemas.openxmlformats.org/drawingml/2006/main">
            <a:off x="6667500" y="1952625"/>
            <a:ext cx="4619625" cy="3143250"/>
          </a:xfrm>
          <a:prstGeom xmlns:a="http://schemas.openxmlformats.org/drawingml/2006/main" prst="roundRect">
            <a:avLst>
              <a:gd name="adj" fmla="val 1818"/>
            </a:avLst>
          </a:prstGeom>
          <a:solidFill xmlns:a="http://schemas.openxmlformats.org/drawingml/2006/main">
            <a:srgbClr val="F8FAFC"/>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67267F5D-F32B-4A9D-8270-64BF9EBD0458}"/>
              </a:ext>
            </a:extLst>
          </p:cNvPr>
          <p:cNvSpPr>
            <a:spLocks xmlns:a="http://schemas.openxmlformats.org/drawingml/2006/main" noGrp="1"/>
          </p:cNvSpPr>
          <p:nvPr/>
        </p:nvSpPr>
        <p:spPr>
          <a:xfrm xmlns:a="http://schemas.openxmlformats.org/drawingml/2006/main">
            <a:off x="6896100" y="2143125"/>
            <a:ext cx="41624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284C7"/>
                </a:solidFill>
                <a:latin typeface="Manrope"/>
                <a:ea typeface="Manrope"/>
                <a:cs typeface="Manrope"/>
              </a:defRPr>
            </a:defPPr>
            <a:lvl1pPr>
              <a:defRPr sz="2025" b="1">
                <a:solidFill>
                  <a:srgbClr val="0284C7"/>
                </a:solidFill>
                <a:latin typeface="Manrope"/>
                <a:ea typeface="Manrope"/>
                <a:cs typeface="Manrope"/>
              </a:defRPr>
            </a:lvl1pPr>
            <a:lvl2pPr>
              <a:defRPr sz="2025" b="1">
                <a:solidFill>
                  <a:srgbClr val="0284C7"/>
                </a:solidFill>
                <a:latin typeface="Manrope"/>
                <a:ea typeface="Manrope"/>
                <a:cs typeface="Manrope"/>
              </a:defRPr>
            </a:lvl2pPr>
            <a:lvl3pPr>
              <a:defRPr sz="2025" b="1">
                <a:solidFill>
                  <a:srgbClr val="0284C7"/>
                </a:solidFill>
                <a:latin typeface="Manrope"/>
                <a:ea typeface="Manrope"/>
                <a:cs typeface="Manrope"/>
              </a:defRPr>
            </a:lvl3pPr>
            <a:lvl4pPr>
              <a:defRPr sz="2025" b="1">
                <a:solidFill>
                  <a:srgbClr val="0284C7"/>
                </a:solidFill>
                <a:latin typeface="Manrope"/>
                <a:ea typeface="Manrope"/>
                <a:cs typeface="Manrope"/>
              </a:defRPr>
            </a:lvl4pPr>
            <a:lvl5pPr>
              <a:defRPr sz="2025" b="1">
                <a:solidFill>
                  <a:srgbClr val="0284C7"/>
                </a:solidFill>
                <a:latin typeface="Manrope"/>
                <a:ea typeface="Manrope"/>
                <a:cs typeface="Manrope"/>
              </a:defRPr>
            </a:lvl5pPr>
            <a:lvl6pPr>
              <a:defRPr sz="2025" b="1">
                <a:solidFill>
                  <a:srgbClr val="0284C7"/>
                </a:solidFill>
                <a:latin typeface="Manrope"/>
                <a:ea typeface="Manrope"/>
                <a:cs typeface="Manrope"/>
              </a:defRPr>
            </a:lvl6pPr>
            <a:lvl7pPr>
              <a:defRPr sz="2025" b="1">
                <a:solidFill>
                  <a:srgbClr val="0284C7"/>
                </a:solidFill>
                <a:latin typeface="Manrope"/>
                <a:ea typeface="Manrope"/>
                <a:cs typeface="Manrope"/>
              </a:defRPr>
            </a:lvl7pPr>
            <a:lvl8pPr>
              <a:defRPr sz="2025" b="1">
                <a:solidFill>
                  <a:srgbClr val="0284C7"/>
                </a:solidFill>
                <a:latin typeface="Manrope"/>
                <a:ea typeface="Manrope"/>
                <a:cs typeface="Manrope"/>
              </a:defRPr>
            </a:lvl8pPr>
            <a:lvl9pPr>
              <a:defRPr sz="2025" b="1">
                <a:solidFill>
                  <a:srgbClr val="0284C7"/>
                </a:solidFill>
                <a:latin typeface="Manrope"/>
                <a:ea typeface="Manrope"/>
                <a:cs typeface="Manrope"/>
              </a:defRPr>
            </a:lvl9pPr>
          </a:lstStyle>
          <a:p xmlns:a="http://schemas.openxmlformats.org/drawingml/2006/main">
            <a:pPr>
              <a:defRPr sz="2025" b="1">
                <a:solidFill>
                  <a:srgbClr val="0284C7"/>
                </a:solidFill>
                <a:latin typeface="Manrope"/>
                <a:ea typeface="Manrope"/>
                <a:cs typeface="Manrope"/>
              </a:defRPr>
            </a:pPr>
            <a:r>
              <a:rPr sz="2025" b="1">
                <a:solidFill>
                  <a:srgbClr val="0284C7"/>
                </a:solidFill>
                <a:latin typeface="Manrope"/>
                <a:ea typeface="Manrope"/>
                <a:cs typeface="Manrope"/>
              </a:rPr>
              <a:t>Backup video status</a:t>
            </a:r>
          </a:p>
        </p:txBody>
      </p:sp>
      <p:sp>
        <p:nvSpPr>
          <p:cNvPr id="15" name="">
            <a:extLst xmlns:a="http://schemas.openxmlformats.org/drawingml/2006/main">
              <a:ext uri="{FF2B5EF4-FFF2-40B4-BE49-F238E27FC236}">
                <a16:creationId xmlns:a16="http://schemas.microsoft.com/office/drawing/2014/main" id="{993F0B1F-421B-408A-91C8-47C370F65E2A}"/>
              </a:ext>
            </a:extLst>
          </p:cNvPr>
          <p:cNvSpPr>
            <a:spLocks xmlns:a="http://schemas.openxmlformats.org/drawingml/2006/main" noGrp="1"/>
          </p:cNvSpPr>
          <p:nvPr/>
        </p:nvSpPr>
        <p:spPr>
          <a:xfrm xmlns:a="http://schemas.openxmlformats.org/drawingml/2006/main">
            <a:off x="6896100" y="2695575"/>
            <a:ext cx="4162425"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0F172A"/>
                </a:solidFill>
                <a:latin typeface="Inter"/>
                <a:ea typeface="Inter"/>
                <a:cs typeface="Inter"/>
              </a:defRPr>
            </a:defPPr>
            <a:lvl1pPr>
              <a:defRPr sz="1950" b="0">
                <a:solidFill>
                  <a:srgbClr val="0F172A"/>
                </a:solidFill>
                <a:latin typeface="Inter"/>
                <a:ea typeface="Inter"/>
                <a:cs typeface="Inter"/>
              </a:defRPr>
            </a:lvl1pPr>
            <a:lvl2pPr>
              <a:defRPr sz="1950" b="0">
                <a:solidFill>
                  <a:srgbClr val="0F172A"/>
                </a:solidFill>
                <a:latin typeface="Inter"/>
                <a:ea typeface="Inter"/>
                <a:cs typeface="Inter"/>
              </a:defRPr>
            </a:lvl2pPr>
            <a:lvl3pPr>
              <a:defRPr sz="1950" b="0">
                <a:solidFill>
                  <a:srgbClr val="0F172A"/>
                </a:solidFill>
                <a:latin typeface="Inter"/>
                <a:ea typeface="Inter"/>
                <a:cs typeface="Inter"/>
              </a:defRPr>
            </a:lvl3pPr>
            <a:lvl4pPr>
              <a:defRPr sz="1950" b="0">
                <a:solidFill>
                  <a:srgbClr val="0F172A"/>
                </a:solidFill>
                <a:latin typeface="Inter"/>
                <a:ea typeface="Inter"/>
                <a:cs typeface="Inter"/>
              </a:defRPr>
            </a:lvl4pPr>
            <a:lvl5pPr>
              <a:defRPr sz="1950" b="0">
                <a:solidFill>
                  <a:srgbClr val="0F172A"/>
                </a:solidFill>
                <a:latin typeface="Inter"/>
                <a:ea typeface="Inter"/>
                <a:cs typeface="Inter"/>
              </a:defRPr>
            </a:lvl5pPr>
            <a:lvl6pPr>
              <a:defRPr sz="1950" b="0">
                <a:solidFill>
                  <a:srgbClr val="0F172A"/>
                </a:solidFill>
                <a:latin typeface="Inter"/>
                <a:ea typeface="Inter"/>
                <a:cs typeface="Inter"/>
              </a:defRPr>
            </a:lvl6pPr>
            <a:lvl7pPr>
              <a:defRPr sz="1950" b="0">
                <a:solidFill>
                  <a:srgbClr val="0F172A"/>
                </a:solidFill>
                <a:latin typeface="Inter"/>
                <a:ea typeface="Inter"/>
                <a:cs typeface="Inter"/>
              </a:defRPr>
            </a:lvl7pPr>
            <a:lvl8pPr>
              <a:defRPr sz="1950" b="0">
                <a:solidFill>
                  <a:srgbClr val="0F172A"/>
                </a:solidFill>
                <a:latin typeface="Inter"/>
                <a:ea typeface="Inter"/>
                <a:cs typeface="Inter"/>
              </a:defRPr>
            </a:lvl8pPr>
            <a:lvl9pPr>
              <a:defRPr sz="1950" b="0">
                <a:solidFill>
                  <a:srgbClr val="0F172A"/>
                </a:solidFill>
                <a:latin typeface="Inter"/>
                <a:ea typeface="Inter"/>
                <a:cs typeface="Inter"/>
              </a:defRPr>
            </a:lvl9pPr>
          </a:lstStyle>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No recorded MP4 is available</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in the repository.</a:t>
            </a:r>
          </a:p>
          <a:p xmlns:a="http://schemas.openxmlformats.org/drawingml/2006/main">
            <a:r>
              <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Required before defense:</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embed a 30–60 second screen recording</a:t>
            </a:r>
          </a:p>
        </p:txBody>
      </p:sp>
      <p:sp>
        <p:nvSpPr>
          <p:cNvPr id="16" name="">
            <a:extLst xmlns:a="http://schemas.openxmlformats.org/drawingml/2006/main">
              <a:ext uri="{FF2B5EF4-FFF2-40B4-BE49-F238E27FC236}">
                <a16:creationId xmlns:a16="http://schemas.microsoft.com/office/drawing/2014/main" id="{DDC99DC8-B8CE-4786-98FE-95F4FCC222A4}"/>
              </a:ext>
            </a:extLst>
          </p:cNvPr>
          <p:cNvSpPr>
            <a:spLocks xmlns:a="http://schemas.openxmlformats.org/drawingml/2006/main" noGrp="1"/>
          </p:cNvSpPr>
          <p:nvPr/>
        </p:nvSpPr>
        <p:spPr>
          <a:xfrm xmlns:a="http://schemas.openxmlformats.org/drawingml/2006/main">
            <a:off x="1285875" y="5400675"/>
            <a:ext cx="971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0284C7"/>
                </a:solidFill>
                <a:latin typeface="Consolas"/>
                <a:ea typeface="Consolas"/>
                <a:cs typeface="Consolas"/>
              </a:defRPr>
            </a:defPPr>
            <a:lvl1pPr>
              <a:defRPr sz="2250" b="0">
                <a:solidFill>
                  <a:srgbClr val="0284C7"/>
                </a:solidFill>
                <a:latin typeface="Consolas"/>
                <a:ea typeface="Consolas"/>
                <a:cs typeface="Consolas"/>
              </a:defRPr>
            </a:lvl1pPr>
            <a:lvl2pPr>
              <a:defRPr sz="2250" b="0">
                <a:solidFill>
                  <a:srgbClr val="0284C7"/>
                </a:solidFill>
                <a:latin typeface="Consolas"/>
                <a:ea typeface="Consolas"/>
                <a:cs typeface="Consolas"/>
              </a:defRPr>
            </a:lvl2pPr>
            <a:lvl3pPr>
              <a:defRPr sz="2250" b="0">
                <a:solidFill>
                  <a:srgbClr val="0284C7"/>
                </a:solidFill>
                <a:latin typeface="Consolas"/>
                <a:ea typeface="Consolas"/>
                <a:cs typeface="Consolas"/>
              </a:defRPr>
            </a:lvl3pPr>
            <a:lvl4pPr>
              <a:defRPr sz="2250" b="0">
                <a:solidFill>
                  <a:srgbClr val="0284C7"/>
                </a:solidFill>
                <a:latin typeface="Consolas"/>
                <a:ea typeface="Consolas"/>
                <a:cs typeface="Consolas"/>
              </a:defRPr>
            </a:lvl4pPr>
            <a:lvl5pPr>
              <a:defRPr sz="2250" b="0">
                <a:solidFill>
                  <a:srgbClr val="0284C7"/>
                </a:solidFill>
                <a:latin typeface="Consolas"/>
                <a:ea typeface="Consolas"/>
                <a:cs typeface="Consolas"/>
              </a:defRPr>
            </a:lvl5pPr>
            <a:lvl6pPr>
              <a:defRPr sz="2250" b="0">
                <a:solidFill>
                  <a:srgbClr val="0284C7"/>
                </a:solidFill>
                <a:latin typeface="Consolas"/>
                <a:ea typeface="Consolas"/>
                <a:cs typeface="Consolas"/>
              </a:defRPr>
            </a:lvl6pPr>
            <a:lvl7pPr>
              <a:defRPr sz="2250" b="0">
                <a:solidFill>
                  <a:srgbClr val="0284C7"/>
                </a:solidFill>
                <a:latin typeface="Consolas"/>
                <a:ea typeface="Consolas"/>
                <a:cs typeface="Consolas"/>
              </a:defRPr>
            </a:lvl7pPr>
            <a:lvl8pPr>
              <a:defRPr sz="2250" b="0">
                <a:solidFill>
                  <a:srgbClr val="0284C7"/>
                </a:solidFill>
                <a:latin typeface="Consolas"/>
                <a:ea typeface="Consolas"/>
                <a:cs typeface="Consolas"/>
              </a:defRPr>
            </a:lvl8pPr>
            <a:lvl9pPr>
              <a:defRPr sz="2250" b="0">
                <a:solidFill>
                  <a:srgbClr val="0284C7"/>
                </a:solidFill>
                <a:latin typeface="Consolas"/>
                <a:ea typeface="Consolas"/>
                <a:cs typeface="Consolas"/>
              </a:defRPr>
            </a:lvl9pPr>
          </a:lstStyle>
          <a:p xmlns:a="http://schemas.openxmlformats.org/drawingml/2006/main">
            <a:pPr>
              <a:defRPr sz="2250" b="0">
                <a:solidFill>
                  <a:srgbClr val="0284C7"/>
                </a:solidFill>
                <a:latin typeface="Consolas"/>
                <a:ea typeface="Consolas"/>
                <a:cs typeface="Consolas"/>
              </a:defRPr>
            </a:pPr>
            <a:r>
              <a:rPr sz="2250" b="0">
                <a:solidFill>
                  <a:srgbClr val="0284C7"/>
                </a:solidFill>
                <a:latin typeface="Consolas"/>
                <a:ea typeface="Consolas"/>
                <a:cs typeface="Consolas"/>
              </a:rPr>
              <a:t>python -m streamlit run app.py</a:t>
            </a:r>
          </a:p>
        </p:txBody>
      </p:sp>
    </p:spTree>
    <p:extLst>
      <p:ext uri="{BB962C8B-B14F-4D97-AF65-F5344CB8AC3E}">
        <p14:creationId xmlns:p14="http://schemas.microsoft.com/office/powerpoint/2010/main" val="4626295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Rounded Rectangle 1">
            <a:extLst xmlns:a="http://schemas.openxmlformats.org/drawingml/2006/main">
              <a:ext uri="{FF2B5EF4-FFF2-40B4-BE49-F238E27FC236}">
                <a16:creationId xmlns:a16="http://schemas.microsoft.com/office/drawing/2014/main" id="{643ADCFB-65C8-4BF4-BD18-1E5C22B6351C}"/>
              </a:ext>
            </a:extLst>
          </p:cNvPr>
          <p:cNvSpPr>
            <a:spLocks xmlns:a="http://schemas.openxmlformats.org/drawingml/2006/main" noGrp="1"/>
          </p:cNvSpPr>
          <p:nvPr/>
        </p:nvSpPr>
        <p:spPr>
          <a:xfrm xmlns:a="http://schemas.openxmlformats.org/drawingml/2006/main">
            <a:off x="731520" y="384048"/>
            <a:ext cx="137160" cy="4434840"/>
          </a:xfrm>
          <a:prstGeom xmlns:a="http://schemas.openxmlformats.org/drawingml/2006/main" prst="roundRect">
            <a:avLst>
              <a:gd name="adj" fmla="val 4000"/>
            </a:avLst>
          </a:prstGeom>
          <a:solidFill xmlns:a="http://schemas.openxmlformats.org/drawingml/2006/main">
            <a:srgbClr val="0284C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ounded Rectangle 2">
            <a:extLst xmlns:a="http://schemas.openxmlformats.org/drawingml/2006/main">
              <a:ext uri="{FF2B5EF4-FFF2-40B4-BE49-F238E27FC236}">
                <a16:creationId xmlns:a16="http://schemas.microsoft.com/office/drawing/2014/main" id="{B1A8BCCF-3C09-4B6B-8383-1AEFEE48749E}"/>
              </a:ext>
            </a:extLst>
          </p:cNvPr>
          <p:cNvSpPr>
            <a:spLocks xmlns:a="http://schemas.openxmlformats.org/drawingml/2006/main" noGrp="1"/>
          </p:cNvSpPr>
          <p:nvPr/>
        </p:nvSpPr>
        <p:spPr>
          <a:xfrm xmlns:a="http://schemas.openxmlformats.org/drawingml/2006/main">
            <a:off x="1005840" y="384048"/>
            <a:ext cx="1344168" cy="329184"/>
          </a:xfrm>
          <a:prstGeom xmlns:a="http://schemas.openxmlformats.org/drawingml/2006/main" prst="roundRect">
            <a:avLst>
              <a:gd name="adj" fmla="val 4000"/>
            </a:avLst>
          </a:prstGeom>
          <a:solidFill xmlns:a="http://schemas.openxmlformats.org/drawingml/2006/main">
            <a:srgbClr val="256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47F2ACC6-9B5B-4FD1-9FAD-10A8ED7FB324}"/>
              </a:ext>
            </a:extLst>
          </p:cNvPr>
          <p:cNvSpPr>
            <a:spLocks xmlns:a="http://schemas.openxmlformats.org/drawingml/2006/main" noGrp="1"/>
          </p:cNvSpPr>
          <p:nvPr/>
        </p:nvSpPr>
        <p:spPr>
          <a:xfrm xmlns:a="http://schemas.openxmlformats.org/drawingml/2006/main">
            <a:off x="1078992" y="402336"/>
            <a:ext cx="1344168" cy="3017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1100" b="1">
                <a:solidFill>
                  <a:srgbClr val="FFFFFF"/>
                </a:solidFill>
                <a:latin typeface="Manrope"/>
                <a:ea typeface="Manrope"/>
                <a:cs typeface="Manrope"/>
              </a:rPr>
              <a:t>05 • Q&amp;A</a:t>
            </a:r>
          </a:p>
        </p:txBody>
      </p:sp>
      <p:sp>
        <p:nvSpPr>
          <p:cNvPr id="5" name="TextBox 4">
            <a:extLst xmlns:a="http://schemas.openxmlformats.org/drawingml/2006/main">
              <a:ext uri="{FF2B5EF4-FFF2-40B4-BE49-F238E27FC236}">
                <a16:creationId xmlns:a16="http://schemas.microsoft.com/office/drawing/2014/main" id="{C304C78A-4C8A-4D01-9698-E0066906C335}"/>
              </a:ext>
            </a:extLst>
          </p:cNvPr>
          <p:cNvSpPr>
            <a:spLocks xmlns:a="http://schemas.openxmlformats.org/drawingml/2006/main" noGrp="1"/>
          </p:cNvSpPr>
          <p:nvPr/>
        </p:nvSpPr>
        <p:spPr>
          <a:xfrm xmlns:a="http://schemas.openxmlformats.org/drawingml/2006/main">
            <a:off x="1005840" y="804672"/>
            <a:ext cx="10424160" cy="45720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3000" b="1">
                <a:solidFill>
                  <a:srgbClr val="0F172A"/>
                </a:solidFill>
                <a:latin typeface="Manrope"/>
                <a:ea typeface="Manrope"/>
                <a:cs typeface="Manrope"/>
              </a:defRPr>
            </a:defPPr>
            <a:lvl1pPr>
              <a:defRPr sz="3000" b="1">
                <a:solidFill>
                  <a:srgbClr val="0F172A"/>
                </a:solidFill>
                <a:latin typeface="Manrope"/>
                <a:ea typeface="Manrope"/>
                <a:cs typeface="Manrope"/>
              </a:defRPr>
            </a:lvl1pPr>
            <a:lvl2pPr>
              <a:defRPr sz="3000" b="1">
                <a:solidFill>
                  <a:srgbClr val="0F172A"/>
                </a:solidFill>
                <a:latin typeface="Manrope"/>
                <a:ea typeface="Manrope"/>
                <a:cs typeface="Manrope"/>
              </a:defRPr>
            </a:lvl2pPr>
            <a:lvl3pPr>
              <a:defRPr sz="3000" b="1">
                <a:solidFill>
                  <a:srgbClr val="0F172A"/>
                </a:solidFill>
                <a:latin typeface="Manrope"/>
                <a:ea typeface="Manrope"/>
                <a:cs typeface="Manrope"/>
              </a:defRPr>
            </a:lvl3pPr>
            <a:lvl4pPr>
              <a:defRPr sz="3000" b="1">
                <a:solidFill>
                  <a:srgbClr val="0F172A"/>
                </a:solidFill>
                <a:latin typeface="Manrope"/>
                <a:ea typeface="Manrope"/>
                <a:cs typeface="Manrope"/>
              </a:defRPr>
            </a:lvl4pPr>
            <a:lvl5pPr>
              <a:defRPr sz="3000" b="1">
                <a:solidFill>
                  <a:srgbClr val="0F172A"/>
                </a:solidFill>
                <a:latin typeface="Manrope"/>
                <a:ea typeface="Manrope"/>
                <a:cs typeface="Manrope"/>
              </a:defRPr>
            </a:lvl5pPr>
            <a:lvl6pPr>
              <a:defRPr sz="3000" b="1">
                <a:solidFill>
                  <a:srgbClr val="0F172A"/>
                </a:solidFill>
                <a:latin typeface="Manrope"/>
                <a:ea typeface="Manrope"/>
                <a:cs typeface="Manrope"/>
              </a:defRPr>
            </a:lvl6pPr>
            <a:lvl7pPr>
              <a:defRPr sz="3000" b="1">
                <a:solidFill>
                  <a:srgbClr val="0F172A"/>
                </a:solidFill>
                <a:latin typeface="Manrope"/>
                <a:ea typeface="Manrope"/>
                <a:cs typeface="Manrope"/>
              </a:defRPr>
            </a:lvl7pPr>
            <a:lvl8pPr>
              <a:defRPr sz="3000" b="1">
                <a:solidFill>
                  <a:srgbClr val="0F172A"/>
                </a:solidFill>
                <a:latin typeface="Manrope"/>
                <a:ea typeface="Manrope"/>
                <a:cs typeface="Manrope"/>
              </a:defRPr>
            </a:lvl8pPr>
            <a:lvl9pPr>
              <a:defRPr sz="3000" b="1">
                <a:solidFill>
                  <a:srgbClr val="0F172A"/>
                </a:solidFill>
                <a:latin typeface="Manrope"/>
                <a:ea typeface="Manrope"/>
                <a:cs typeface="Manrope"/>
              </a:defRPr>
            </a:lvl9pPr>
          </a:lstStyle>
          <a:p xmlns:a="http://schemas.openxmlformats.org/drawingml/2006/main">
            <a:pPr>
              <a:defRPr sz="3000" b="1">
                <a:solidFill>
                  <a:srgbClr val="0F172A"/>
                </a:solidFill>
                <a:latin typeface="Manrope"/>
                <a:ea typeface="Manrope"/>
                <a:cs typeface="Manrope"/>
              </a:defRPr>
            </a:pPr>
            <a:r>
              <a:rPr sz="3000" b="1">
                <a:solidFill>
                  <a:srgbClr val="0F172A"/>
                </a:solidFill>
                <a:latin typeface="Manrope"/>
                <a:ea typeface="Manrope"/>
                <a:cs typeface="Manrope"/>
              </a:rPr>
              <a:t>Findings and remaining checks</a:t>
            </a:r>
          </a:p>
        </p:txBody>
      </p:sp>
      <p:sp>
        <p:nvSpPr>
          <p:cNvPr id="6" name="TextBox 5">
            <a:extLst xmlns:a="http://schemas.openxmlformats.org/drawingml/2006/main">
              <a:ext uri="{FF2B5EF4-FFF2-40B4-BE49-F238E27FC236}">
                <a16:creationId xmlns:a16="http://schemas.microsoft.com/office/drawing/2014/main" id="{7932678E-1730-4A8F-8087-05EE386CBAA5}"/>
              </a:ext>
            </a:extLst>
          </p:cNvPr>
          <p:cNvSpPr>
            <a:spLocks xmlns:a="http://schemas.openxmlformats.org/drawingml/2006/main" noGrp="1"/>
          </p:cNvSpPr>
          <p:nvPr/>
        </p:nvSpPr>
        <p:spPr>
          <a:xfrm xmlns:a="http://schemas.openxmlformats.org/drawingml/2006/main">
            <a:off x="1005840" y="1389888"/>
            <a:ext cx="4522788" cy="240030"/>
          </a:xfrm>
          <a:prstGeom xmlns:a="http://schemas.openxmlformats.org/drawingml/2006/main" prst="rect">
            <a:avLst/>
          </a:prstGeom>
          <a:noFill xmlns:a="http://schemas.openxmlformats.org/drawingml/2006/main"/>
        </p:spPr>
        <p:txBody>
          <a:bodyPr xmlns:a="http://schemas.openxmlformats.org/drawingml/2006/main" wrap="none" lIns="0" tIns="0" rIns="0" bIns="0">
            <a:spAutoFit/>
          </a:bodyPr>
          <a:lstStyle xmlns:a="http://schemas.openxmlformats.org/drawingml/2006/main">
            <a:defPPr>
              <a:defRPr sz="1575">
                <a:solidFill>
                  <a:srgbClr val="0F172A"/>
                </a:solidFill>
                <a:latin typeface="Inter"/>
                <a:ea typeface="Inter"/>
                <a:cs typeface="Inter"/>
              </a:defRPr>
            </a:defPPr>
            <a:lvl1pPr>
              <a:defRPr sz="1575">
                <a:solidFill>
                  <a:srgbClr val="0F172A"/>
                </a:solidFill>
                <a:latin typeface="Inter"/>
                <a:ea typeface="Inter"/>
                <a:cs typeface="Inter"/>
              </a:defRPr>
            </a:lvl1pPr>
            <a:lvl2pPr>
              <a:defRPr sz="1575">
                <a:solidFill>
                  <a:srgbClr val="0F172A"/>
                </a:solidFill>
                <a:latin typeface="Inter"/>
                <a:ea typeface="Inter"/>
                <a:cs typeface="Inter"/>
              </a:defRPr>
            </a:lvl2pPr>
            <a:lvl3pPr>
              <a:defRPr sz="1575">
                <a:solidFill>
                  <a:srgbClr val="0F172A"/>
                </a:solidFill>
                <a:latin typeface="Inter"/>
                <a:ea typeface="Inter"/>
                <a:cs typeface="Inter"/>
              </a:defRPr>
            </a:lvl3pPr>
            <a:lvl4pPr>
              <a:defRPr sz="1575">
                <a:solidFill>
                  <a:srgbClr val="0F172A"/>
                </a:solidFill>
                <a:latin typeface="Inter"/>
                <a:ea typeface="Inter"/>
                <a:cs typeface="Inter"/>
              </a:defRPr>
            </a:lvl4pPr>
            <a:lvl5pPr>
              <a:defRPr sz="1575">
                <a:solidFill>
                  <a:srgbClr val="0F172A"/>
                </a:solidFill>
                <a:latin typeface="Inter"/>
                <a:ea typeface="Inter"/>
                <a:cs typeface="Inter"/>
              </a:defRPr>
            </a:lvl5pPr>
            <a:lvl6pPr>
              <a:defRPr sz="1575">
                <a:solidFill>
                  <a:srgbClr val="0F172A"/>
                </a:solidFill>
                <a:latin typeface="Inter"/>
                <a:ea typeface="Inter"/>
                <a:cs typeface="Inter"/>
              </a:defRPr>
            </a:lvl6pPr>
            <a:lvl7pPr>
              <a:defRPr sz="1575">
                <a:solidFill>
                  <a:srgbClr val="0F172A"/>
                </a:solidFill>
                <a:latin typeface="Inter"/>
                <a:ea typeface="Inter"/>
                <a:cs typeface="Inter"/>
              </a:defRPr>
            </a:lvl7pPr>
            <a:lvl8pPr>
              <a:defRPr sz="1575">
                <a:solidFill>
                  <a:srgbClr val="0F172A"/>
                </a:solidFill>
                <a:latin typeface="Inter"/>
                <a:ea typeface="Inter"/>
                <a:cs typeface="Inter"/>
              </a:defRPr>
            </a:lvl8pPr>
            <a:lvl9pPr>
              <a:defRPr sz="1575">
                <a:solidFill>
                  <a:srgbClr val="0F172A"/>
                </a:solidFill>
                <a:latin typeface="Inter"/>
                <a:ea typeface="Inter"/>
                <a:cs typeface="Inter"/>
              </a:defRPr>
            </a:lvl9pPr>
          </a:lstStyle>
          <a:p xmlns:a="http://schemas.openxmlformats.org/drawingml/2006/main">
            <a:pPr>
              <a:defRPr sz="1575">
                <a:solidFill>
                  <a:srgbClr val="0F172A"/>
                </a:solidFill>
                <a:latin typeface="Inter"/>
                <a:ea typeface="Inter"/>
                <a:cs typeface="Inter"/>
              </a:defRPr>
            </a:pPr>
            <a:r>
              <a:rPr sz="1575" b="0">
                <a:solidFill>
                  <a:srgbClr val="0F172A"/>
                </a:solidFill>
                <a:latin typeface="Inter"/>
                <a:ea typeface="Inter"/>
                <a:cs typeface="Inter"/>
              </a:rPr>
              <a:t>Current benchmark supports a limited, mixed result</a:t>
            </a:r>
          </a:p>
        </p:txBody>
      </p:sp>
      <p:sp>
        <p:nvSpPr>
          <p:cNvPr id="7" name="Rectangle 6">
            <a:extLst xmlns:a="http://schemas.openxmlformats.org/drawingml/2006/main">
              <a:ext uri="{FF2B5EF4-FFF2-40B4-BE49-F238E27FC236}">
                <a16:creationId xmlns:a16="http://schemas.microsoft.com/office/drawing/2014/main" id="{8DCC3344-507B-4198-9CBF-7ACA3E4E12CA}"/>
              </a:ext>
            </a:extLst>
          </p:cNvPr>
          <p:cNvSpPr>
            <a:spLocks xmlns:a="http://schemas.openxmlformats.org/drawingml/2006/main" noGrp="1"/>
          </p:cNvSpPr>
          <p:nvPr/>
        </p:nvSpPr>
        <p:spPr>
          <a:xfrm xmlns:a="http://schemas.openxmlformats.org/drawingml/2006/main">
            <a:off x="731520" y="6035040"/>
            <a:ext cx="10725912" cy="9144"/>
          </a:xfrm>
          <a:prstGeom xmlns:a="http://schemas.openxmlformats.org/drawingml/2006/main" prst="rect">
            <a:avLst/>
          </a:prstGeom>
          <a:solidFill xmlns:a="http://schemas.openxmlformats.org/drawingml/2006/main">
            <a:srgbClr val="E2E8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3348B50B-3FB4-4489-B897-84C140046C91}"/>
              </a:ext>
            </a:extLst>
          </p:cNvPr>
          <p:cNvSpPr>
            <a:spLocks xmlns:a="http://schemas.openxmlformats.org/drawingml/2006/main" noGrp="1"/>
          </p:cNvSpPr>
          <p:nvPr/>
        </p:nvSpPr>
        <p:spPr>
          <a:xfrm xmlns:a="http://schemas.openxmlformats.org/drawingml/2006/main">
            <a:off x="731520" y="6144768"/>
            <a:ext cx="7772400" cy="32004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900" b="0">
                <a:solidFill>
                  <a:srgbClr val="94A3B8"/>
                </a:solidFill>
                <a:latin typeface="Inter"/>
                <a:ea typeface="Inter"/>
                <a:cs typeface="Inter"/>
              </a:rPr>
              <a:t>EE136: Machine Learning for Wireless Communications | Topic 4 Capstone Defense</a:t>
            </a:r>
          </a:p>
        </p:txBody>
      </p:sp>
      <p:sp>
        <p:nvSpPr>
          <p:cNvPr id="9" name="TextBox 8">
            <a:extLst xmlns:a="http://schemas.openxmlformats.org/drawingml/2006/main">
              <a:ext uri="{FF2B5EF4-FFF2-40B4-BE49-F238E27FC236}">
                <a16:creationId xmlns:a16="http://schemas.microsoft.com/office/drawing/2014/main" id="{5B6101D9-BD64-4100-A6AA-558588BA593B}"/>
              </a:ext>
            </a:extLst>
          </p:cNvPr>
          <p:cNvSpPr>
            <a:spLocks xmlns:a="http://schemas.openxmlformats.org/drawingml/2006/main" noGrp="1"/>
          </p:cNvSpPr>
          <p:nvPr/>
        </p:nvSpPr>
        <p:spPr>
          <a:xfrm xmlns:a="http://schemas.openxmlformats.org/drawingml/2006/main">
            <a:off x="9601200" y="6144768"/>
            <a:ext cx="881380" cy="22860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pPr>
            <a:r>
              <a:rPr sz="900" b="0">
                <a:solidFill>
                  <a:srgbClr val="94A3B8"/>
                </a:solidFill>
                <a:latin typeface="Inter"/>
                <a:ea typeface="Inter"/>
                <a:cs typeface="Inter"/>
              </a:rPr>
              <a:t>Slide 12 of 14</a:t>
            </a:r>
          </a:p>
        </p:txBody>
      </p:sp>
      <p:sp>
        <p:nvSpPr>
          <p:cNvPr id="10" name="">
            <a:extLst xmlns:a="http://schemas.openxmlformats.org/drawingml/2006/main">
              <a:ext uri="{FF2B5EF4-FFF2-40B4-BE49-F238E27FC236}">
                <a16:creationId xmlns:a16="http://schemas.microsoft.com/office/drawing/2014/main" id="{6869C295-29B4-4077-9CAC-A671DA16CED8}"/>
              </a:ext>
            </a:extLst>
          </p:cNvPr>
          <p:cNvSpPr>
            <a:spLocks xmlns:a="http://schemas.openxmlformats.org/drawingml/2006/main" noGrp="1"/>
          </p:cNvSpPr>
          <p:nvPr/>
        </p:nvSpPr>
        <p:spPr>
          <a:xfrm xmlns:a="http://schemas.openxmlformats.org/drawingml/2006/main">
            <a:off x="1047750" y="1952625"/>
            <a:ext cx="5334000" cy="2076450"/>
          </a:xfrm>
          <a:prstGeom xmlns:a="http://schemas.openxmlformats.org/drawingml/2006/main" prst="roundRect">
            <a:avLst>
              <a:gd name="adj" fmla="val 2752"/>
            </a:avLst>
          </a:prstGeom>
          <a:solidFill xmlns:a="http://schemas.openxmlformats.org/drawingml/2006/main">
            <a:srgbClr val="F8FAFC"/>
          </a:solidFill>
          <a:ln xmlns:a="http://schemas.openxmlformats.org/drawingml/2006/main" w="9525">
            <a:solidFill>
              <a:srgbClr val="E2E8F0"/>
            </a:solidFill>
            <a:prstDash val="solid"/>
          </a:ln>
        </p:spPr>
      </p:sp>
      <p:sp>
        <p:nvSpPr>
          <p:cNvPr id="11" name="">
            <a:extLst xmlns:a="http://schemas.openxmlformats.org/drawingml/2006/main">
              <a:ext uri="{FF2B5EF4-FFF2-40B4-BE49-F238E27FC236}">
                <a16:creationId xmlns:a16="http://schemas.microsoft.com/office/drawing/2014/main" id="{E0C902C1-FC30-45F4-8E2B-DEAA55ADD9F4}"/>
              </a:ext>
            </a:extLst>
          </p:cNvPr>
          <p:cNvSpPr>
            <a:spLocks xmlns:a="http://schemas.openxmlformats.org/drawingml/2006/main" noGrp="1"/>
          </p:cNvSpPr>
          <p:nvPr/>
        </p:nvSpPr>
        <p:spPr>
          <a:xfrm xmlns:a="http://schemas.openxmlformats.org/drawingml/2006/main">
            <a:off x="1276350" y="2143125"/>
            <a:ext cx="487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284C7"/>
                </a:solidFill>
                <a:latin typeface="Manrope"/>
                <a:ea typeface="Manrope"/>
                <a:cs typeface="Manrope"/>
              </a:defRPr>
            </a:defPPr>
            <a:lvl1pPr>
              <a:defRPr sz="2025" b="1">
                <a:solidFill>
                  <a:srgbClr val="0284C7"/>
                </a:solidFill>
                <a:latin typeface="Manrope"/>
                <a:ea typeface="Manrope"/>
                <a:cs typeface="Manrope"/>
              </a:defRPr>
            </a:lvl1pPr>
            <a:lvl2pPr>
              <a:defRPr sz="2025" b="1">
                <a:solidFill>
                  <a:srgbClr val="0284C7"/>
                </a:solidFill>
                <a:latin typeface="Manrope"/>
                <a:ea typeface="Manrope"/>
                <a:cs typeface="Manrope"/>
              </a:defRPr>
            </a:lvl2pPr>
            <a:lvl3pPr>
              <a:defRPr sz="2025" b="1">
                <a:solidFill>
                  <a:srgbClr val="0284C7"/>
                </a:solidFill>
                <a:latin typeface="Manrope"/>
                <a:ea typeface="Manrope"/>
                <a:cs typeface="Manrope"/>
              </a:defRPr>
            </a:lvl3pPr>
            <a:lvl4pPr>
              <a:defRPr sz="2025" b="1">
                <a:solidFill>
                  <a:srgbClr val="0284C7"/>
                </a:solidFill>
                <a:latin typeface="Manrope"/>
                <a:ea typeface="Manrope"/>
                <a:cs typeface="Manrope"/>
              </a:defRPr>
            </a:lvl4pPr>
            <a:lvl5pPr>
              <a:defRPr sz="2025" b="1">
                <a:solidFill>
                  <a:srgbClr val="0284C7"/>
                </a:solidFill>
                <a:latin typeface="Manrope"/>
                <a:ea typeface="Manrope"/>
                <a:cs typeface="Manrope"/>
              </a:defRPr>
            </a:lvl5pPr>
            <a:lvl6pPr>
              <a:defRPr sz="2025" b="1">
                <a:solidFill>
                  <a:srgbClr val="0284C7"/>
                </a:solidFill>
                <a:latin typeface="Manrope"/>
                <a:ea typeface="Manrope"/>
                <a:cs typeface="Manrope"/>
              </a:defRPr>
            </a:lvl6pPr>
            <a:lvl7pPr>
              <a:defRPr sz="2025" b="1">
                <a:solidFill>
                  <a:srgbClr val="0284C7"/>
                </a:solidFill>
                <a:latin typeface="Manrope"/>
                <a:ea typeface="Manrope"/>
                <a:cs typeface="Manrope"/>
              </a:defRPr>
            </a:lvl7pPr>
            <a:lvl8pPr>
              <a:defRPr sz="2025" b="1">
                <a:solidFill>
                  <a:srgbClr val="0284C7"/>
                </a:solidFill>
                <a:latin typeface="Manrope"/>
                <a:ea typeface="Manrope"/>
                <a:cs typeface="Manrope"/>
              </a:defRPr>
            </a:lvl8pPr>
            <a:lvl9pPr>
              <a:defRPr sz="2025" b="1">
                <a:solidFill>
                  <a:srgbClr val="0284C7"/>
                </a:solidFill>
                <a:latin typeface="Manrope"/>
                <a:ea typeface="Manrope"/>
                <a:cs typeface="Manrope"/>
              </a:defRPr>
            </a:lvl9pPr>
          </a:lstStyle>
          <a:p xmlns:a="http://schemas.openxmlformats.org/drawingml/2006/main">
            <a:pPr>
              <a:defRPr sz="2025" b="1">
                <a:solidFill>
                  <a:srgbClr val="0284C7"/>
                </a:solidFill>
                <a:latin typeface="Manrope"/>
                <a:ea typeface="Manrope"/>
                <a:cs typeface="Manrope"/>
              </a:defRPr>
            </a:pPr>
            <a:r>
              <a:rPr sz="2025" b="1">
                <a:solidFill>
                  <a:srgbClr val="0284C7"/>
                </a:solidFill>
                <a:latin typeface="Manrope"/>
                <a:ea typeface="Manrope"/>
                <a:cs typeface="Manrope"/>
              </a:rPr>
              <a:t>Observed result</a:t>
            </a:r>
          </a:p>
        </p:txBody>
      </p:sp>
      <p:sp>
        <p:nvSpPr>
          <p:cNvPr id="12" name="">
            <a:extLst xmlns:a="http://schemas.openxmlformats.org/drawingml/2006/main">
              <a:ext uri="{FF2B5EF4-FFF2-40B4-BE49-F238E27FC236}">
                <a16:creationId xmlns:a16="http://schemas.microsoft.com/office/drawing/2014/main" id="{69F21EB8-7F0C-471B-AC0C-7517F9172F38}"/>
              </a:ext>
            </a:extLst>
          </p:cNvPr>
          <p:cNvSpPr>
            <a:spLocks xmlns:a="http://schemas.openxmlformats.org/drawingml/2006/main" noGrp="1"/>
          </p:cNvSpPr>
          <p:nvPr/>
        </p:nvSpPr>
        <p:spPr>
          <a:xfrm xmlns:a="http://schemas.openxmlformats.org/drawingml/2006/main">
            <a:off x="1276350" y="2695575"/>
            <a:ext cx="48768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0F172A"/>
                </a:solidFill>
                <a:latin typeface="Inter"/>
                <a:ea typeface="Inter"/>
                <a:cs typeface="Inter"/>
              </a:defRPr>
            </a:defPPr>
            <a:lvl1pPr>
              <a:defRPr sz="1950" b="0">
                <a:solidFill>
                  <a:srgbClr val="0F172A"/>
                </a:solidFill>
                <a:latin typeface="Inter"/>
                <a:ea typeface="Inter"/>
                <a:cs typeface="Inter"/>
              </a:defRPr>
            </a:lvl1pPr>
            <a:lvl2pPr>
              <a:defRPr sz="1950" b="0">
                <a:solidFill>
                  <a:srgbClr val="0F172A"/>
                </a:solidFill>
                <a:latin typeface="Inter"/>
                <a:ea typeface="Inter"/>
                <a:cs typeface="Inter"/>
              </a:defRPr>
            </a:lvl2pPr>
            <a:lvl3pPr>
              <a:defRPr sz="1950" b="0">
                <a:solidFill>
                  <a:srgbClr val="0F172A"/>
                </a:solidFill>
                <a:latin typeface="Inter"/>
                <a:ea typeface="Inter"/>
                <a:cs typeface="Inter"/>
              </a:defRPr>
            </a:lvl3pPr>
            <a:lvl4pPr>
              <a:defRPr sz="1950" b="0">
                <a:solidFill>
                  <a:srgbClr val="0F172A"/>
                </a:solidFill>
                <a:latin typeface="Inter"/>
                <a:ea typeface="Inter"/>
                <a:cs typeface="Inter"/>
              </a:defRPr>
            </a:lvl4pPr>
            <a:lvl5pPr>
              <a:defRPr sz="1950" b="0">
                <a:solidFill>
                  <a:srgbClr val="0F172A"/>
                </a:solidFill>
                <a:latin typeface="Inter"/>
                <a:ea typeface="Inter"/>
                <a:cs typeface="Inter"/>
              </a:defRPr>
            </a:lvl5pPr>
            <a:lvl6pPr>
              <a:defRPr sz="1950" b="0">
                <a:solidFill>
                  <a:srgbClr val="0F172A"/>
                </a:solidFill>
                <a:latin typeface="Inter"/>
                <a:ea typeface="Inter"/>
                <a:cs typeface="Inter"/>
              </a:defRPr>
            </a:lvl6pPr>
            <a:lvl7pPr>
              <a:defRPr sz="1950" b="0">
                <a:solidFill>
                  <a:srgbClr val="0F172A"/>
                </a:solidFill>
                <a:latin typeface="Inter"/>
                <a:ea typeface="Inter"/>
                <a:cs typeface="Inter"/>
              </a:defRPr>
            </a:lvl7pPr>
            <a:lvl8pPr>
              <a:defRPr sz="1950" b="0">
                <a:solidFill>
                  <a:srgbClr val="0F172A"/>
                </a:solidFill>
                <a:latin typeface="Inter"/>
                <a:ea typeface="Inter"/>
                <a:cs typeface="Inter"/>
              </a:defRPr>
            </a:lvl8pPr>
            <a:lvl9pPr>
              <a:defRPr sz="1950" b="0">
                <a:solidFill>
                  <a:srgbClr val="0F172A"/>
                </a:solidFill>
                <a:latin typeface="Inter"/>
                <a:ea typeface="Inter"/>
                <a:cs typeface="Inter"/>
              </a:defRPr>
            </a:lvl9pPr>
          </a:lstStyle>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Some low-SNR gains</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Global accuracy decreases 1.00 pp</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Global Macro-F1: 0.6668 vs 0.6614</a:t>
            </a:r>
          </a:p>
        </p:txBody>
      </p:sp>
      <p:sp>
        <p:nvSpPr>
          <p:cNvPr id="13" name="">
            <a:extLst xmlns:a="http://schemas.openxmlformats.org/drawingml/2006/main">
              <a:ext uri="{FF2B5EF4-FFF2-40B4-BE49-F238E27FC236}">
                <a16:creationId xmlns:a16="http://schemas.microsoft.com/office/drawing/2014/main" id="{FCF727F6-59DE-4374-8196-89A21122206F}"/>
              </a:ext>
            </a:extLst>
          </p:cNvPr>
          <p:cNvSpPr>
            <a:spLocks xmlns:a="http://schemas.openxmlformats.org/drawingml/2006/main" noGrp="1"/>
          </p:cNvSpPr>
          <p:nvPr/>
        </p:nvSpPr>
        <p:spPr>
          <a:xfrm xmlns:a="http://schemas.openxmlformats.org/drawingml/2006/main">
            <a:off x="6667500" y="1952625"/>
            <a:ext cx="4619625" cy="2076450"/>
          </a:xfrm>
          <a:prstGeom xmlns:a="http://schemas.openxmlformats.org/drawingml/2006/main" prst="roundRect">
            <a:avLst>
              <a:gd name="adj" fmla="val 2752"/>
            </a:avLst>
          </a:prstGeom>
          <a:solidFill xmlns:a="http://schemas.openxmlformats.org/drawingml/2006/main">
            <a:srgbClr val="F8FAFC"/>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D368FF7D-6F7C-4EC7-AA0E-6C668ACC6E30}"/>
              </a:ext>
            </a:extLst>
          </p:cNvPr>
          <p:cNvSpPr>
            <a:spLocks xmlns:a="http://schemas.openxmlformats.org/drawingml/2006/main" noGrp="1"/>
          </p:cNvSpPr>
          <p:nvPr/>
        </p:nvSpPr>
        <p:spPr>
          <a:xfrm xmlns:a="http://schemas.openxmlformats.org/drawingml/2006/main">
            <a:off x="6896100" y="2143125"/>
            <a:ext cx="41624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284C7"/>
                </a:solidFill>
                <a:latin typeface="Manrope"/>
                <a:ea typeface="Manrope"/>
                <a:cs typeface="Manrope"/>
              </a:defRPr>
            </a:defPPr>
            <a:lvl1pPr>
              <a:defRPr sz="2025" b="1">
                <a:solidFill>
                  <a:srgbClr val="0284C7"/>
                </a:solidFill>
                <a:latin typeface="Manrope"/>
                <a:ea typeface="Manrope"/>
                <a:cs typeface="Manrope"/>
              </a:defRPr>
            </a:lvl1pPr>
            <a:lvl2pPr>
              <a:defRPr sz="2025" b="1">
                <a:solidFill>
                  <a:srgbClr val="0284C7"/>
                </a:solidFill>
                <a:latin typeface="Manrope"/>
                <a:ea typeface="Manrope"/>
                <a:cs typeface="Manrope"/>
              </a:defRPr>
            </a:lvl2pPr>
            <a:lvl3pPr>
              <a:defRPr sz="2025" b="1">
                <a:solidFill>
                  <a:srgbClr val="0284C7"/>
                </a:solidFill>
                <a:latin typeface="Manrope"/>
                <a:ea typeface="Manrope"/>
                <a:cs typeface="Manrope"/>
              </a:defRPr>
            </a:lvl3pPr>
            <a:lvl4pPr>
              <a:defRPr sz="2025" b="1">
                <a:solidFill>
                  <a:srgbClr val="0284C7"/>
                </a:solidFill>
                <a:latin typeface="Manrope"/>
                <a:ea typeface="Manrope"/>
                <a:cs typeface="Manrope"/>
              </a:defRPr>
            </a:lvl4pPr>
            <a:lvl5pPr>
              <a:defRPr sz="2025" b="1">
                <a:solidFill>
                  <a:srgbClr val="0284C7"/>
                </a:solidFill>
                <a:latin typeface="Manrope"/>
                <a:ea typeface="Manrope"/>
                <a:cs typeface="Manrope"/>
              </a:defRPr>
            </a:lvl5pPr>
            <a:lvl6pPr>
              <a:defRPr sz="2025" b="1">
                <a:solidFill>
                  <a:srgbClr val="0284C7"/>
                </a:solidFill>
                <a:latin typeface="Manrope"/>
                <a:ea typeface="Manrope"/>
                <a:cs typeface="Manrope"/>
              </a:defRPr>
            </a:lvl6pPr>
            <a:lvl7pPr>
              <a:defRPr sz="2025" b="1">
                <a:solidFill>
                  <a:srgbClr val="0284C7"/>
                </a:solidFill>
                <a:latin typeface="Manrope"/>
                <a:ea typeface="Manrope"/>
                <a:cs typeface="Manrope"/>
              </a:defRPr>
            </a:lvl7pPr>
            <a:lvl8pPr>
              <a:defRPr sz="2025" b="1">
                <a:solidFill>
                  <a:srgbClr val="0284C7"/>
                </a:solidFill>
                <a:latin typeface="Manrope"/>
                <a:ea typeface="Manrope"/>
                <a:cs typeface="Manrope"/>
              </a:defRPr>
            </a:lvl8pPr>
            <a:lvl9pPr>
              <a:defRPr sz="2025" b="1">
                <a:solidFill>
                  <a:srgbClr val="0284C7"/>
                </a:solidFill>
                <a:latin typeface="Manrope"/>
                <a:ea typeface="Manrope"/>
                <a:cs typeface="Manrope"/>
              </a:defRPr>
            </a:lvl9pPr>
          </a:lstStyle>
          <a:p xmlns:a="http://schemas.openxmlformats.org/drawingml/2006/main">
            <a:pPr>
              <a:defRPr sz="2025" b="1">
                <a:solidFill>
                  <a:srgbClr val="0284C7"/>
                </a:solidFill>
                <a:latin typeface="Manrope"/>
                <a:ea typeface="Manrope"/>
                <a:cs typeface="Manrope"/>
              </a:defRPr>
            </a:pPr>
            <a:r>
              <a:rPr sz="2025" b="1">
                <a:solidFill>
                  <a:srgbClr val="0284C7"/>
                </a:solidFill>
                <a:latin typeface="Manrope"/>
                <a:ea typeface="Manrope"/>
                <a:cs typeface="Manrope"/>
              </a:rPr>
              <a:t>Sensitivity at 80% accuracy</a:t>
            </a:r>
          </a:p>
        </p:txBody>
      </p:sp>
      <p:sp>
        <p:nvSpPr>
          <p:cNvPr id="15" name="">
            <a:extLst xmlns:a="http://schemas.openxmlformats.org/drawingml/2006/main">
              <a:ext uri="{FF2B5EF4-FFF2-40B4-BE49-F238E27FC236}">
                <a16:creationId xmlns:a16="http://schemas.microsoft.com/office/drawing/2014/main" id="{CEFAF217-A18E-4D05-9EB5-25262033EE68}"/>
              </a:ext>
            </a:extLst>
          </p:cNvPr>
          <p:cNvSpPr>
            <a:spLocks xmlns:a="http://schemas.openxmlformats.org/drawingml/2006/main" noGrp="1"/>
          </p:cNvSpPr>
          <p:nvPr/>
        </p:nvSpPr>
        <p:spPr>
          <a:xfrm xmlns:a="http://schemas.openxmlformats.org/drawingml/2006/main">
            <a:off x="6896100" y="2695575"/>
            <a:ext cx="4162425"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0F172A"/>
                </a:solidFill>
                <a:latin typeface="Inter"/>
                <a:ea typeface="Inter"/>
                <a:cs typeface="Inter"/>
              </a:defRPr>
            </a:defPPr>
            <a:lvl1pPr>
              <a:defRPr sz="1950" b="0">
                <a:solidFill>
                  <a:srgbClr val="0F172A"/>
                </a:solidFill>
                <a:latin typeface="Inter"/>
                <a:ea typeface="Inter"/>
                <a:cs typeface="Inter"/>
              </a:defRPr>
            </a:lvl1pPr>
            <a:lvl2pPr>
              <a:defRPr sz="1950" b="0">
                <a:solidFill>
                  <a:srgbClr val="0F172A"/>
                </a:solidFill>
                <a:latin typeface="Inter"/>
                <a:ea typeface="Inter"/>
                <a:cs typeface="Inter"/>
              </a:defRPr>
            </a:lvl2pPr>
            <a:lvl3pPr>
              <a:defRPr sz="1950" b="0">
                <a:solidFill>
                  <a:srgbClr val="0F172A"/>
                </a:solidFill>
                <a:latin typeface="Inter"/>
                <a:ea typeface="Inter"/>
                <a:cs typeface="Inter"/>
              </a:defRPr>
            </a:lvl3pPr>
            <a:lvl4pPr>
              <a:defRPr sz="1950" b="0">
                <a:solidFill>
                  <a:srgbClr val="0F172A"/>
                </a:solidFill>
                <a:latin typeface="Inter"/>
                <a:ea typeface="Inter"/>
                <a:cs typeface="Inter"/>
              </a:defRPr>
            </a:lvl4pPr>
            <a:lvl5pPr>
              <a:defRPr sz="1950" b="0">
                <a:solidFill>
                  <a:srgbClr val="0F172A"/>
                </a:solidFill>
                <a:latin typeface="Inter"/>
                <a:ea typeface="Inter"/>
                <a:cs typeface="Inter"/>
              </a:defRPr>
            </a:lvl5pPr>
            <a:lvl6pPr>
              <a:defRPr sz="1950" b="0">
                <a:solidFill>
                  <a:srgbClr val="0F172A"/>
                </a:solidFill>
                <a:latin typeface="Inter"/>
                <a:ea typeface="Inter"/>
                <a:cs typeface="Inter"/>
              </a:defRPr>
            </a:lvl6pPr>
            <a:lvl7pPr>
              <a:defRPr sz="1950" b="0">
                <a:solidFill>
                  <a:srgbClr val="0F172A"/>
                </a:solidFill>
                <a:latin typeface="Inter"/>
                <a:ea typeface="Inter"/>
                <a:cs typeface="Inter"/>
              </a:defRPr>
            </a:lvl7pPr>
            <a:lvl8pPr>
              <a:defRPr sz="1950" b="0">
                <a:solidFill>
                  <a:srgbClr val="0F172A"/>
                </a:solidFill>
                <a:latin typeface="Inter"/>
                <a:ea typeface="Inter"/>
                <a:cs typeface="Inter"/>
              </a:defRPr>
            </a:lvl8pPr>
            <a:lvl9pPr>
              <a:defRPr sz="1950" b="0">
                <a:solidFill>
                  <a:srgbClr val="0F172A"/>
                </a:solidFill>
                <a:latin typeface="Inter"/>
                <a:ea typeface="Inter"/>
                <a:cs typeface="Inter"/>
              </a:defRPr>
            </a:lvl9pPr>
          </a:lstStyle>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Baseline: 4.91 dB</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Augmented: 5.53 dB</a:t>
            </a:r>
          </a:p>
          <a:p xmlns:a="http://schemas.openxmlformats.org/drawingml/2006/main">
            <a:pPr>
              <a:defRPr sz="1950" b="0">
                <a:solidFill>
                  <a:srgbClr val="0F172A"/>
                </a:solidFill>
                <a:latin typeface="Inter"/>
                <a:ea typeface="Inter"/>
                <a:cs typeface="Inter"/>
              </a:defRPr>
            </a:pPr>
            <a:r>
              <a:rPr sz="1950" b="0">
                <a:solidFill>
                  <a:srgbClr val="0F172A"/>
                </a:solidFill>
                <a:latin typeface="Inter"/>
                <a:ea typeface="Inter"/>
                <a:cs typeface="Inter"/>
              </a:rPr>
              <a:t>Gain G80: -0.62 dB</a:t>
            </a:r>
          </a:p>
        </p:txBody>
      </p:sp>
      <p:sp>
        <p:nvSpPr>
          <p:cNvPr id="16" name="">
            <a:extLst xmlns:a="http://schemas.openxmlformats.org/drawingml/2006/main">
              <a:ext uri="{FF2B5EF4-FFF2-40B4-BE49-F238E27FC236}">
                <a16:creationId xmlns:a16="http://schemas.microsoft.com/office/drawing/2014/main" id="{E4F40417-84E1-4CB7-8364-E31DB17E67ED}"/>
              </a:ext>
            </a:extLst>
          </p:cNvPr>
          <p:cNvSpPr>
            <a:spLocks xmlns:a="http://schemas.openxmlformats.org/drawingml/2006/main" noGrp="1"/>
          </p:cNvSpPr>
          <p:nvPr/>
        </p:nvSpPr>
        <p:spPr>
          <a:xfrm xmlns:a="http://schemas.openxmlformats.org/drawingml/2006/main">
            <a:off x="1285875" y="4314825"/>
            <a:ext cx="990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0">
                <a:solidFill>
                  <a:srgbClr val="0284C7"/>
                </a:solidFill>
                <a:latin typeface="Consolas"/>
                <a:ea typeface="Consolas"/>
                <a:cs typeface="Consolas"/>
              </a:defRPr>
            </a:defPPr>
            <a:lvl1pPr>
              <a:defRPr sz="2175" b="0">
                <a:solidFill>
                  <a:srgbClr val="0284C7"/>
                </a:solidFill>
                <a:latin typeface="Consolas"/>
                <a:ea typeface="Consolas"/>
                <a:cs typeface="Consolas"/>
              </a:defRPr>
            </a:lvl1pPr>
            <a:lvl2pPr>
              <a:defRPr sz="2175" b="0">
                <a:solidFill>
                  <a:srgbClr val="0284C7"/>
                </a:solidFill>
                <a:latin typeface="Consolas"/>
                <a:ea typeface="Consolas"/>
                <a:cs typeface="Consolas"/>
              </a:defRPr>
            </a:lvl2pPr>
            <a:lvl3pPr>
              <a:defRPr sz="2175" b="0">
                <a:solidFill>
                  <a:srgbClr val="0284C7"/>
                </a:solidFill>
                <a:latin typeface="Consolas"/>
                <a:ea typeface="Consolas"/>
                <a:cs typeface="Consolas"/>
              </a:defRPr>
            </a:lvl3pPr>
            <a:lvl4pPr>
              <a:defRPr sz="2175" b="0">
                <a:solidFill>
                  <a:srgbClr val="0284C7"/>
                </a:solidFill>
                <a:latin typeface="Consolas"/>
                <a:ea typeface="Consolas"/>
                <a:cs typeface="Consolas"/>
              </a:defRPr>
            </a:lvl4pPr>
            <a:lvl5pPr>
              <a:defRPr sz="2175" b="0">
                <a:solidFill>
                  <a:srgbClr val="0284C7"/>
                </a:solidFill>
                <a:latin typeface="Consolas"/>
                <a:ea typeface="Consolas"/>
                <a:cs typeface="Consolas"/>
              </a:defRPr>
            </a:lvl5pPr>
            <a:lvl6pPr>
              <a:defRPr sz="2175" b="0">
                <a:solidFill>
                  <a:srgbClr val="0284C7"/>
                </a:solidFill>
                <a:latin typeface="Consolas"/>
                <a:ea typeface="Consolas"/>
                <a:cs typeface="Consolas"/>
              </a:defRPr>
            </a:lvl6pPr>
            <a:lvl7pPr>
              <a:defRPr sz="2175" b="0">
                <a:solidFill>
                  <a:srgbClr val="0284C7"/>
                </a:solidFill>
                <a:latin typeface="Consolas"/>
                <a:ea typeface="Consolas"/>
                <a:cs typeface="Consolas"/>
              </a:defRPr>
            </a:lvl7pPr>
            <a:lvl8pPr>
              <a:defRPr sz="2175" b="0">
                <a:solidFill>
                  <a:srgbClr val="0284C7"/>
                </a:solidFill>
                <a:latin typeface="Consolas"/>
                <a:ea typeface="Consolas"/>
                <a:cs typeface="Consolas"/>
              </a:defRPr>
            </a:lvl8pPr>
            <a:lvl9pPr>
              <a:defRPr sz="2175" b="0">
                <a:solidFill>
                  <a:srgbClr val="0284C7"/>
                </a:solidFill>
                <a:latin typeface="Consolas"/>
                <a:ea typeface="Consolas"/>
                <a:cs typeface="Consolas"/>
              </a:defRPr>
            </a:lvl9pPr>
          </a:lstStyle>
          <a:p xmlns:a="http://schemas.openxmlformats.org/drawingml/2006/main">
            <a:pPr>
              <a:defRPr sz="2175" b="0">
                <a:solidFill>
                  <a:srgbClr val="0284C7"/>
                </a:solidFill>
                <a:latin typeface="Consolas"/>
                <a:ea typeface="Consolas"/>
                <a:cs typeface="Consolas"/>
              </a:defRPr>
            </a:pPr>
            <a:r>
              <a:rPr sz="2175" b="0">
                <a:solidFill>
                  <a:srgbClr val="0284C7"/>
                </a:solidFill>
                <a:latin typeface="Consolas"/>
                <a:ea typeface="Consolas"/>
                <a:cs typeface="Consolas"/>
              </a:rPr>
              <a:t>G80 = SNR80,baseline − SNR80,augmented</a:t>
            </a:r>
          </a:p>
        </p:txBody>
      </p:sp>
      <p:sp>
        <p:nvSpPr>
          <p:cNvPr id="17" name="">
            <a:extLst xmlns:a="http://schemas.openxmlformats.org/drawingml/2006/main">
              <a:ext uri="{FF2B5EF4-FFF2-40B4-BE49-F238E27FC236}">
                <a16:creationId xmlns:a16="http://schemas.microsoft.com/office/drawing/2014/main" id="{756CF1D6-6970-4753-860B-CF143BB0343B}"/>
              </a:ext>
            </a:extLst>
          </p:cNvPr>
          <p:cNvSpPr>
            <a:spLocks xmlns:a="http://schemas.openxmlformats.org/drawingml/2006/main" noGrp="1"/>
          </p:cNvSpPr>
          <p:nvPr/>
        </p:nvSpPr>
        <p:spPr>
          <a:xfrm xmlns:a="http://schemas.openxmlformats.org/drawingml/2006/main">
            <a:off x="1285875" y="4905375"/>
            <a:ext cx="981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0F172A"/>
                </a:solidFill>
                <a:latin typeface="Inter"/>
                <a:ea typeface="Inter"/>
                <a:cs typeface="Inter"/>
              </a:defRPr>
            </a:defPPr>
            <a:lvl1pPr>
              <a:defRPr sz="1650" b="0">
                <a:solidFill>
                  <a:srgbClr val="0F172A"/>
                </a:solidFill>
                <a:latin typeface="Inter"/>
                <a:ea typeface="Inter"/>
                <a:cs typeface="Inter"/>
              </a:defRPr>
            </a:lvl1pPr>
            <a:lvl2pPr>
              <a:defRPr sz="1650" b="0">
                <a:solidFill>
                  <a:srgbClr val="0F172A"/>
                </a:solidFill>
                <a:latin typeface="Inter"/>
                <a:ea typeface="Inter"/>
                <a:cs typeface="Inter"/>
              </a:defRPr>
            </a:lvl2pPr>
            <a:lvl3pPr>
              <a:defRPr sz="1650" b="0">
                <a:solidFill>
                  <a:srgbClr val="0F172A"/>
                </a:solidFill>
                <a:latin typeface="Inter"/>
                <a:ea typeface="Inter"/>
                <a:cs typeface="Inter"/>
              </a:defRPr>
            </a:lvl3pPr>
            <a:lvl4pPr>
              <a:defRPr sz="1650" b="0">
                <a:solidFill>
                  <a:srgbClr val="0F172A"/>
                </a:solidFill>
                <a:latin typeface="Inter"/>
                <a:ea typeface="Inter"/>
                <a:cs typeface="Inter"/>
              </a:defRPr>
            </a:lvl4pPr>
            <a:lvl5pPr>
              <a:defRPr sz="1650" b="0">
                <a:solidFill>
                  <a:srgbClr val="0F172A"/>
                </a:solidFill>
                <a:latin typeface="Inter"/>
                <a:ea typeface="Inter"/>
                <a:cs typeface="Inter"/>
              </a:defRPr>
            </a:lvl5pPr>
            <a:lvl6pPr>
              <a:defRPr sz="1650" b="0">
                <a:solidFill>
                  <a:srgbClr val="0F172A"/>
                </a:solidFill>
                <a:latin typeface="Inter"/>
                <a:ea typeface="Inter"/>
                <a:cs typeface="Inter"/>
              </a:defRPr>
            </a:lvl6pPr>
            <a:lvl7pPr>
              <a:defRPr sz="1650" b="0">
                <a:solidFill>
                  <a:srgbClr val="0F172A"/>
                </a:solidFill>
                <a:latin typeface="Inter"/>
                <a:ea typeface="Inter"/>
                <a:cs typeface="Inter"/>
              </a:defRPr>
            </a:lvl7pPr>
            <a:lvl8pPr>
              <a:defRPr sz="1650" b="0">
                <a:solidFill>
                  <a:srgbClr val="0F172A"/>
                </a:solidFill>
                <a:latin typeface="Inter"/>
                <a:ea typeface="Inter"/>
                <a:cs typeface="Inter"/>
              </a:defRPr>
            </a:lvl8pPr>
            <a:lvl9pPr>
              <a:defRPr sz="1650" b="0">
                <a:solidFill>
                  <a:srgbClr val="0F172A"/>
                </a:solidFill>
                <a:latin typeface="Inter"/>
                <a:ea typeface="Inter"/>
                <a:cs typeface="Inter"/>
              </a:defRPr>
            </a:lvl9pPr>
          </a:lstStyle>
          <a:p xmlns:a="http://schemas.openxmlformats.org/drawingml/2006/main">
            <a:pPr>
              <a:defRPr sz="1650" b="0">
                <a:solidFill>
                  <a:srgbClr val="0F172A"/>
                </a:solidFill>
                <a:latin typeface="Inter"/>
                <a:ea typeface="Inter"/>
                <a:cs typeface="Inter"/>
              </a:defRPr>
            </a:pPr>
            <a:r>
              <a:rPr sz="1650" b="0">
                <a:solidFill>
                  <a:srgbClr val="0F172A"/>
                </a:solidFill>
                <a:latin typeface="Inter"/>
                <a:ea typeface="Inter"/>
                <a:cs typeface="Inter"/>
              </a:rPr>
              <a:t>First upward crossing, linear interpolation. Single-run estimate with non-monotonic curves.</a:t>
            </a:r>
          </a:p>
        </p:txBody>
      </p:sp>
      <p:sp>
        <p:nvSpPr>
          <p:cNvPr id="18" name="">
            <a:extLst xmlns:a="http://schemas.openxmlformats.org/drawingml/2006/main">
              <a:ext uri="{FF2B5EF4-FFF2-40B4-BE49-F238E27FC236}">
                <a16:creationId xmlns:a16="http://schemas.microsoft.com/office/drawing/2014/main" id="{C67B861E-8E7F-41E6-9E76-70CB57DA5FD0}"/>
              </a:ext>
            </a:extLst>
          </p:cNvPr>
          <p:cNvSpPr>
            <a:spLocks xmlns:a="http://schemas.openxmlformats.org/drawingml/2006/main" noGrp="1"/>
          </p:cNvSpPr>
          <p:nvPr/>
        </p:nvSpPr>
        <p:spPr>
          <a:xfrm xmlns:a="http://schemas.openxmlformats.org/drawingml/2006/main">
            <a:off x="1285875" y="5562600"/>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0F172A"/>
                </a:solidFill>
                <a:latin typeface="Inter"/>
                <a:ea typeface="Inter"/>
                <a:cs typeface="Inter"/>
              </a:defRPr>
            </a:defPPr>
            <a:lvl1pPr>
              <a:defRPr sz="1725" b="0">
                <a:solidFill>
                  <a:srgbClr val="0F172A"/>
                </a:solidFill>
                <a:latin typeface="Inter"/>
                <a:ea typeface="Inter"/>
                <a:cs typeface="Inter"/>
              </a:defRPr>
            </a:lvl1pPr>
            <a:lvl2pPr>
              <a:defRPr sz="1725" b="0">
                <a:solidFill>
                  <a:srgbClr val="0F172A"/>
                </a:solidFill>
                <a:latin typeface="Inter"/>
                <a:ea typeface="Inter"/>
                <a:cs typeface="Inter"/>
              </a:defRPr>
            </a:lvl2pPr>
            <a:lvl3pPr>
              <a:defRPr sz="1725" b="0">
                <a:solidFill>
                  <a:srgbClr val="0F172A"/>
                </a:solidFill>
                <a:latin typeface="Inter"/>
                <a:ea typeface="Inter"/>
                <a:cs typeface="Inter"/>
              </a:defRPr>
            </a:lvl3pPr>
            <a:lvl4pPr>
              <a:defRPr sz="1725" b="0">
                <a:solidFill>
                  <a:srgbClr val="0F172A"/>
                </a:solidFill>
                <a:latin typeface="Inter"/>
                <a:ea typeface="Inter"/>
                <a:cs typeface="Inter"/>
              </a:defRPr>
            </a:lvl4pPr>
            <a:lvl5pPr>
              <a:defRPr sz="1725" b="0">
                <a:solidFill>
                  <a:srgbClr val="0F172A"/>
                </a:solidFill>
                <a:latin typeface="Inter"/>
                <a:ea typeface="Inter"/>
                <a:cs typeface="Inter"/>
              </a:defRPr>
            </a:lvl5pPr>
            <a:lvl6pPr>
              <a:defRPr sz="1725" b="0">
                <a:solidFill>
                  <a:srgbClr val="0F172A"/>
                </a:solidFill>
                <a:latin typeface="Inter"/>
                <a:ea typeface="Inter"/>
                <a:cs typeface="Inter"/>
              </a:defRPr>
            </a:lvl6pPr>
            <a:lvl7pPr>
              <a:defRPr sz="1725" b="0">
                <a:solidFill>
                  <a:srgbClr val="0F172A"/>
                </a:solidFill>
                <a:latin typeface="Inter"/>
                <a:ea typeface="Inter"/>
                <a:cs typeface="Inter"/>
              </a:defRPr>
            </a:lvl7pPr>
            <a:lvl8pPr>
              <a:defRPr sz="1725" b="0">
                <a:solidFill>
                  <a:srgbClr val="0F172A"/>
                </a:solidFill>
                <a:latin typeface="Inter"/>
                <a:ea typeface="Inter"/>
                <a:cs typeface="Inter"/>
              </a:defRPr>
            </a:lvl8pPr>
            <a:lvl9pPr>
              <a:defRPr sz="1725" b="0">
                <a:solidFill>
                  <a:srgbClr val="0F172A"/>
                </a:solidFill>
                <a:latin typeface="Inter"/>
                <a:ea typeface="Inter"/>
                <a:cs typeface="Inter"/>
              </a:defRPr>
            </a:lvl9pPr>
          </a:lstStyle>
          <a:p xmlns:a="http://schemas.openxmlformats.org/drawingml/2006/main">
            <a:pPr>
              <a:defRPr sz="1725" b="0">
                <a:solidFill>
                  <a:srgbClr val="0F172A"/>
                </a:solidFill>
                <a:latin typeface="Inter"/>
                <a:ea typeface="Inter"/>
                <a:cs typeface="Inter"/>
              </a:defRPr>
            </a:pPr>
            <a:r>
              <a:rPr sz="1725" b="0">
                <a:solidFill>
                  <a:srgbClr val="0F172A"/>
                </a:solidFill>
                <a:latin typeface="Inter"/>
                <a:ea typeface="Inter"/>
                <a:cs typeface="Inter"/>
              </a:rPr>
              <a:t>Next: audit burst isolation, repeat seeds, ablate transforms and test CFO separately.</a:t>
            </a:r>
          </a:p>
        </p:txBody>
      </p:sp>
    </p:spTree>
    <p:extLst>
      <p:ext uri="{BB962C8B-B14F-4D97-AF65-F5344CB8AC3E}">
        <p14:creationId xmlns:p14="http://schemas.microsoft.com/office/powerpoint/2010/main" val="118124251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53B4AF6-5FB4-48A5-B808-90C6F8CCD022}"/>
              </a:ext>
            </a:extLst>
          </p:cNvPr>
          <p:cNvSpPr>
            <a:spLocks xmlns:a="http://schemas.openxmlformats.org/drawingml/2006/main" noGrp="1"/>
          </p:cNvSpPr>
          <p:nvPr/>
        </p:nvSpPr>
        <p:spPr>
          <a:xfrm xmlns:a="http://schemas.openxmlformats.org/drawingml/2006/main">
            <a:off x="731520" y="384048"/>
            <a:ext cx="137160" cy="4434840"/>
          </a:xfrm>
          <a:prstGeom xmlns:a="http://schemas.openxmlformats.org/drawingml/2006/main" prst="rect">
            <a:avLst/>
          </a:prstGeom>
          <a:solidFill xmlns:a="http://schemas.openxmlformats.org/drawingml/2006/main">
            <a:srgbClr val="0284C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3E7EC81-1144-4F88-B65F-24531DB602B5}"/>
              </a:ext>
            </a:extLst>
          </p:cNvPr>
          <p:cNvSpPr>
            <a:spLocks xmlns:a="http://schemas.openxmlformats.org/drawingml/2006/main" noGrp="1"/>
          </p:cNvSpPr>
          <p:nvPr/>
        </p:nvSpPr>
        <p:spPr>
          <a:xfrm xmlns:a="http://schemas.openxmlformats.org/drawingml/2006/main">
            <a:off x="1076325" y="42862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2563EB"/>
                </a:solidFill>
                <a:latin typeface="Manrope"/>
                <a:ea typeface="Manrope"/>
                <a:cs typeface="Manrope"/>
              </a:defRPr>
            </a:defPPr>
            <a:lvl1pPr>
              <a:defRPr sz="1350" b="1">
                <a:solidFill>
                  <a:srgbClr val="2563EB"/>
                </a:solidFill>
                <a:latin typeface="Manrope"/>
                <a:ea typeface="Manrope"/>
                <a:cs typeface="Manrope"/>
              </a:defRPr>
            </a:lvl1pPr>
            <a:lvl2pPr>
              <a:defRPr sz="1350" b="1">
                <a:solidFill>
                  <a:srgbClr val="2563EB"/>
                </a:solidFill>
                <a:latin typeface="Manrope"/>
                <a:ea typeface="Manrope"/>
                <a:cs typeface="Manrope"/>
              </a:defRPr>
            </a:lvl2pPr>
            <a:lvl3pPr>
              <a:defRPr sz="1350" b="1">
                <a:solidFill>
                  <a:srgbClr val="2563EB"/>
                </a:solidFill>
                <a:latin typeface="Manrope"/>
                <a:ea typeface="Manrope"/>
                <a:cs typeface="Manrope"/>
              </a:defRPr>
            </a:lvl3pPr>
            <a:lvl4pPr>
              <a:defRPr sz="1350" b="1">
                <a:solidFill>
                  <a:srgbClr val="2563EB"/>
                </a:solidFill>
                <a:latin typeface="Manrope"/>
                <a:ea typeface="Manrope"/>
                <a:cs typeface="Manrope"/>
              </a:defRPr>
            </a:lvl4pPr>
            <a:lvl5pPr>
              <a:defRPr sz="1350" b="1">
                <a:solidFill>
                  <a:srgbClr val="2563EB"/>
                </a:solidFill>
                <a:latin typeface="Manrope"/>
                <a:ea typeface="Manrope"/>
                <a:cs typeface="Manrope"/>
              </a:defRPr>
            </a:lvl5pPr>
            <a:lvl6pPr>
              <a:defRPr sz="1350" b="1">
                <a:solidFill>
                  <a:srgbClr val="2563EB"/>
                </a:solidFill>
                <a:latin typeface="Manrope"/>
                <a:ea typeface="Manrope"/>
                <a:cs typeface="Manrope"/>
              </a:defRPr>
            </a:lvl6pPr>
            <a:lvl7pPr>
              <a:defRPr sz="1350" b="1">
                <a:solidFill>
                  <a:srgbClr val="2563EB"/>
                </a:solidFill>
                <a:latin typeface="Manrope"/>
                <a:ea typeface="Manrope"/>
                <a:cs typeface="Manrope"/>
              </a:defRPr>
            </a:lvl7pPr>
            <a:lvl8pPr>
              <a:defRPr sz="1350" b="1">
                <a:solidFill>
                  <a:srgbClr val="2563EB"/>
                </a:solidFill>
                <a:latin typeface="Manrope"/>
                <a:ea typeface="Manrope"/>
                <a:cs typeface="Manrope"/>
              </a:defRPr>
            </a:lvl8pPr>
            <a:lvl9pPr>
              <a:defRPr sz="1350" b="1">
                <a:solidFill>
                  <a:srgbClr val="2563EB"/>
                </a:solidFill>
                <a:latin typeface="Manrope"/>
                <a:ea typeface="Manrope"/>
                <a:cs typeface="Manrope"/>
              </a:defRPr>
            </a:lvl9pPr>
          </a:lstStyle>
          <a:p xmlns:a="http://schemas.openxmlformats.org/drawingml/2006/main">
            <a:pPr>
              <a:defRPr sz="1350" b="1">
                <a:solidFill>
                  <a:srgbClr val="2563EB"/>
                </a:solidFill>
                <a:latin typeface="Manrope"/>
                <a:ea typeface="Manrope"/>
                <a:cs typeface="Manrope"/>
              </a:defRPr>
            </a:pPr>
            <a:r>
              <a:rPr sz="1350" b="1">
                <a:solidFill>
                  <a:srgbClr val="2563EB"/>
                </a:solidFill>
                <a:latin typeface="Manrope"/>
                <a:ea typeface="Manrope"/>
                <a:cs typeface="Manrope"/>
              </a:rPr>
              <a:t>04  RESULTS</a:t>
            </a:r>
          </a:p>
        </p:txBody>
      </p:sp>
      <p:sp>
        <p:nvSpPr>
          <p:cNvPr id="3" name="">
            <a:extLst xmlns:a="http://schemas.openxmlformats.org/drawingml/2006/main">
              <a:ext uri="{FF2B5EF4-FFF2-40B4-BE49-F238E27FC236}">
                <a16:creationId xmlns:a16="http://schemas.microsoft.com/office/drawing/2014/main" id="{7D7718A1-367B-4C87-AFFD-E2763EBCB48E}"/>
              </a:ext>
            </a:extLst>
          </p:cNvPr>
          <p:cNvSpPr>
            <a:spLocks xmlns:a="http://schemas.openxmlformats.org/drawingml/2006/main" noGrp="1"/>
          </p:cNvSpPr>
          <p:nvPr/>
        </p:nvSpPr>
        <p:spPr>
          <a:xfrm xmlns:a="http://schemas.openxmlformats.org/drawingml/2006/main">
            <a:off x="1005840" y="804672"/>
            <a:ext cx="104203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0F172A"/>
                </a:solidFill>
                <a:latin typeface="Manrope"/>
                <a:ea typeface="Manrope"/>
                <a:cs typeface="Manrope"/>
              </a:defRPr>
            </a:defPPr>
            <a:lvl1pPr>
              <a:defRPr sz="3000" b="1">
                <a:solidFill>
                  <a:srgbClr val="0F172A"/>
                </a:solidFill>
                <a:latin typeface="Manrope"/>
                <a:ea typeface="Manrope"/>
                <a:cs typeface="Manrope"/>
              </a:defRPr>
            </a:lvl1pPr>
            <a:lvl2pPr>
              <a:defRPr sz="3000" b="1">
                <a:solidFill>
                  <a:srgbClr val="0F172A"/>
                </a:solidFill>
                <a:latin typeface="Manrope"/>
                <a:ea typeface="Manrope"/>
                <a:cs typeface="Manrope"/>
              </a:defRPr>
            </a:lvl2pPr>
            <a:lvl3pPr>
              <a:defRPr sz="3000" b="1">
                <a:solidFill>
                  <a:srgbClr val="0F172A"/>
                </a:solidFill>
                <a:latin typeface="Manrope"/>
                <a:ea typeface="Manrope"/>
                <a:cs typeface="Manrope"/>
              </a:defRPr>
            </a:lvl3pPr>
            <a:lvl4pPr>
              <a:defRPr sz="3000" b="1">
                <a:solidFill>
                  <a:srgbClr val="0F172A"/>
                </a:solidFill>
                <a:latin typeface="Manrope"/>
                <a:ea typeface="Manrope"/>
                <a:cs typeface="Manrope"/>
              </a:defRPr>
            </a:lvl4pPr>
            <a:lvl5pPr>
              <a:defRPr sz="3000" b="1">
                <a:solidFill>
                  <a:srgbClr val="0F172A"/>
                </a:solidFill>
                <a:latin typeface="Manrope"/>
                <a:ea typeface="Manrope"/>
                <a:cs typeface="Manrope"/>
              </a:defRPr>
            </a:lvl5pPr>
            <a:lvl6pPr>
              <a:defRPr sz="3000" b="1">
                <a:solidFill>
                  <a:srgbClr val="0F172A"/>
                </a:solidFill>
                <a:latin typeface="Manrope"/>
                <a:ea typeface="Manrope"/>
                <a:cs typeface="Manrope"/>
              </a:defRPr>
            </a:lvl6pPr>
            <a:lvl7pPr>
              <a:defRPr sz="3000" b="1">
                <a:solidFill>
                  <a:srgbClr val="0F172A"/>
                </a:solidFill>
                <a:latin typeface="Manrope"/>
                <a:ea typeface="Manrope"/>
                <a:cs typeface="Manrope"/>
              </a:defRPr>
            </a:lvl7pPr>
            <a:lvl8pPr>
              <a:defRPr sz="3000" b="1">
                <a:solidFill>
                  <a:srgbClr val="0F172A"/>
                </a:solidFill>
                <a:latin typeface="Manrope"/>
                <a:ea typeface="Manrope"/>
                <a:cs typeface="Manrope"/>
              </a:defRPr>
            </a:lvl8pPr>
            <a:lvl9pPr>
              <a:defRPr sz="3000" b="1">
                <a:solidFill>
                  <a:srgbClr val="0F172A"/>
                </a:solidFill>
                <a:latin typeface="Manrope"/>
                <a:ea typeface="Manrope"/>
                <a:cs typeface="Manrope"/>
              </a:defRPr>
            </a:lvl9pPr>
          </a:lstStyle>
          <a:p xmlns:a="http://schemas.openxmlformats.org/drawingml/2006/main">
            <a:pPr>
              <a:defRPr sz="3000" b="1">
                <a:solidFill>
                  <a:srgbClr val="0F172A"/>
                </a:solidFill>
                <a:latin typeface="Manrope"/>
                <a:ea typeface="Manrope"/>
                <a:cs typeface="Manrope"/>
              </a:defRPr>
            </a:pPr>
            <a:r>
              <a:rPr sz="3000" b="1">
                <a:solidFill>
                  <a:srgbClr val="0F172A"/>
                </a:solidFill>
                <a:latin typeface="Manrope"/>
                <a:ea typeface="Manrope"/>
                <a:cs typeface="Manrope"/>
              </a:rPr>
              <a:t>Class confusion at +4 dB</a:t>
            </a:r>
          </a:p>
        </p:txBody>
      </p:sp>
      <p:sp>
        <p:nvSpPr>
          <p:cNvPr id="4" name="">
            <a:extLst xmlns:a="http://schemas.openxmlformats.org/drawingml/2006/main">
              <a:ext uri="{FF2B5EF4-FFF2-40B4-BE49-F238E27FC236}">
                <a16:creationId xmlns:a16="http://schemas.microsoft.com/office/drawing/2014/main" id="{1DB3D135-A96A-42B5-A590-039FB3E3C605}"/>
              </a:ext>
            </a:extLst>
          </p:cNvPr>
          <p:cNvSpPr>
            <a:spLocks xmlns:a="http://schemas.openxmlformats.org/drawingml/2006/main" noGrp="1"/>
          </p:cNvSpPr>
          <p:nvPr/>
        </p:nvSpPr>
        <p:spPr>
          <a:xfrm xmlns:a="http://schemas.openxmlformats.org/drawingml/2006/main">
            <a:off x="1005840" y="1390650"/>
            <a:ext cx="1042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0F172A"/>
                </a:solidFill>
                <a:latin typeface="Inter"/>
                <a:ea typeface="Inter"/>
                <a:cs typeface="Inter"/>
              </a:defRPr>
            </a:defPPr>
            <a:lvl1pPr>
              <a:defRPr sz="1575" b="0">
                <a:solidFill>
                  <a:srgbClr val="0F172A"/>
                </a:solidFill>
                <a:latin typeface="Inter"/>
                <a:ea typeface="Inter"/>
                <a:cs typeface="Inter"/>
              </a:defRPr>
            </a:lvl1pPr>
            <a:lvl2pPr>
              <a:defRPr sz="1575" b="0">
                <a:solidFill>
                  <a:srgbClr val="0F172A"/>
                </a:solidFill>
                <a:latin typeface="Inter"/>
                <a:ea typeface="Inter"/>
                <a:cs typeface="Inter"/>
              </a:defRPr>
            </a:lvl2pPr>
            <a:lvl3pPr>
              <a:defRPr sz="1575" b="0">
                <a:solidFill>
                  <a:srgbClr val="0F172A"/>
                </a:solidFill>
                <a:latin typeface="Inter"/>
                <a:ea typeface="Inter"/>
                <a:cs typeface="Inter"/>
              </a:defRPr>
            </a:lvl3pPr>
            <a:lvl4pPr>
              <a:defRPr sz="1575" b="0">
                <a:solidFill>
                  <a:srgbClr val="0F172A"/>
                </a:solidFill>
                <a:latin typeface="Inter"/>
                <a:ea typeface="Inter"/>
                <a:cs typeface="Inter"/>
              </a:defRPr>
            </a:lvl4pPr>
            <a:lvl5pPr>
              <a:defRPr sz="1575" b="0">
                <a:solidFill>
                  <a:srgbClr val="0F172A"/>
                </a:solidFill>
                <a:latin typeface="Inter"/>
                <a:ea typeface="Inter"/>
                <a:cs typeface="Inter"/>
              </a:defRPr>
            </a:lvl5pPr>
            <a:lvl6pPr>
              <a:defRPr sz="1575" b="0">
                <a:solidFill>
                  <a:srgbClr val="0F172A"/>
                </a:solidFill>
                <a:latin typeface="Inter"/>
                <a:ea typeface="Inter"/>
                <a:cs typeface="Inter"/>
              </a:defRPr>
            </a:lvl6pPr>
            <a:lvl7pPr>
              <a:defRPr sz="1575" b="0">
                <a:solidFill>
                  <a:srgbClr val="0F172A"/>
                </a:solidFill>
                <a:latin typeface="Inter"/>
                <a:ea typeface="Inter"/>
                <a:cs typeface="Inter"/>
              </a:defRPr>
            </a:lvl7pPr>
            <a:lvl8pPr>
              <a:defRPr sz="1575" b="0">
                <a:solidFill>
                  <a:srgbClr val="0F172A"/>
                </a:solidFill>
                <a:latin typeface="Inter"/>
                <a:ea typeface="Inter"/>
                <a:cs typeface="Inter"/>
              </a:defRPr>
            </a:lvl8pPr>
            <a:lvl9pPr>
              <a:defRPr sz="1575" b="0">
                <a:solidFill>
                  <a:srgbClr val="0F172A"/>
                </a:solidFill>
                <a:latin typeface="Inter"/>
                <a:ea typeface="Inter"/>
                <a:cs typeface="Inter"/>
              </a:defRPr>
            </a:lvl9pPr>
          </a:lstStyle>
          <a:p xmlns:a="http://schemas.openxmlformats.org/drawingml/2006/main">
            <a:pPr>
              <a:defRPr sz="1575" b="0">
                <a:solidFill>
                  <a:srgbClr val="0F172A"/>
                </a:solidFill>
                <a:latin typeface="Inter"/>
                <a:ea typeface="Inter"/>
                <a:cs typeface="Inter"/>
              </a:defRPr>
            </a:pPr>
            <a:r>
              <a:rPr sz="1575" b="0">
                <a:solidFill>
                  <a:srgbClr val="0F172A"/>
                </a:solidFill>
                <a:latin typeface="Inter"/>
                <a:ea typeface="Inter"/>
                <a:cs typeface="Inter"/>
              </a:rPr>
              <a:t>Appendix: row-normalized confusion matrices, values in percent</a:t>
            </a:r>
          </a:p>
        </p:txBody>
      </p:sp>
      <p:sp>
        <p:nvSpPr>
          <p:cNvPr id="5" name="">
            <a:extLst xmlns:a="http://schemas.openxmlformats.org/drawingml/2006/main">
              <a:ext uri="{FF2B5EF4-FFF2-40B4-BE49-F238E27FC236}">
                <a16:creationId xmlns:a16="http://schemas.microsoft.com/office/drawing/2014/main" id="{1D195984-4FF8-4F95-ACBE-F3C45D24F16C}"/>
              </a:ext>
            </a:extLst>
          </p:cNvPr>
          <p:cNvSpPr>
            <a:spLocks xmlns:a="http://schemas.openxmlformats.org/drawingml/2006/main" noGrp="1"/>
          </p:cNvSpPr>
          <p:nvPr/>
        </p:nvSpPr>
        <p:spPr>
          <a:xfrm xmlns:a="http://schemas.openxmlformats.org/drawingml/2006/main">
            <a:off x="731520" y="61912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94A3B8"/>
                </a:solidFill>
                <a:latin typeface="Inter"/>
                <a:ea typeface="Inter"/>
                <a:cs typeface="Inter"/>
              </a:defRPr>
            </a:defPPr>
            <a:lvl1pPr>
              <a:defRPr sz="900" b="0">
                <a:solidFill>
                  <a:srgbClr val="94A3B8"/>
                </a:solidFill>
                <a:latin typeface="Inter"/>
                <a:ea typeface="Inter"/>
                <a:cs typeface="Inter"/>
              </a:defRPr>
            </a:lvl1pPr>
            <a:lvl2pPr>
              <a:defRPr sz="900" b="0">
                <a:solidFill>
                  <a:srgbClr val="94A3B8"/>
                </a:solidFill>
                <a:latin typeface="Inter"/>
                <a:ea typeface="Inter"/>
                <a:cs typeface="Inter"/>
              </a:defRPr>
            </a:lvl2pPr>
            <a:lvl3pPr>
              <a:defRPr sz="900" b="0">
                <a:solidFill>
                  <a:srgbClr val="94A3B8"/>
                </a:solidFill>
                <a:latin typeface="Inter"/>
                <a:ea typeface="Inter"/>
                <a:cs typeface="Inter"/>
              </a:defRPr>
            </a:lvl3pPr>
            <a:lvl4pPr>
              <a:defRPr sz="900" b="0">
                <a:solidFill>
                  <a:srgbClr val="94A3B8"/>
                </a:solidFill>
                <a:latin typeface="Inter"/>
                <a:ea typeface="Inter"/>
                <a:cs typeface="Inter"/>
              </a:defRPr>
            </a:lvl4pPr>
            <a:lvl5pPr>
              <a:defRPr sz="900" b="0">
                <a:solidFill>
                  <a:srgbClr val="94A3B8"/>
                </a:solidFill>
                <a:latin typeface="Inter"/>
                <a:ea typeface="Inter"/>
                <a:cs typeface="Inter"/>
              </a:defRPr>
            </a:lvl5pPr>
            <a:lvl6pPr>
              <a:defRPr sz="900" b="0">
                <a:solidFill>
                  <a:srgbClr val="94A3B8"/>
                </a:solidFill>
                <a:latin typeface="Inter"/>
                <a:ea typeface="Inter"/>
                <a:cs typeface="Inter"/>
              </a:defRPr>
            </a:lvl6pPr>
            <a:lvl7pPr>
              <a:defRPr sz="900" b="0">
                <a:solidFill>
                  <a:srgbClr val="94A3B8"/>
                </a:solidFill>
                <a:latin typeface="Inter"/>
                <a:ea typeface="Inter"/>
                <a:cs typeface="Inter"/>
              </a:defRPr>
            </a:lvl7pPr>
            <a:lvl8pPr>
              <a:defRPr sz="900" b="0">
                <a:solidFill>
                  <a:srgbClr val="94A3B8"/>
                </a:solidFill>
                <a:latin typeface="Inter"/>
                <a:ea typeface="Inter"/>
                <a:cs typeface="Inter"/>
              </a:defRPr>
            </a:lvl8pPr>
            <a:lvl9pPr>
              <a:defRPr sz="900" b="0">
                <a:solidFill>
                  <a:srgbClr val="94A3B8"/>
                </a:solidFill>
                <a:latin typeface="Inter"/>
                <a:ea typeface="Inter"/>
                <a:cs typeface="Inter"/>
              </a:defRPr>
            </a:lvl9pPr>
          </a:lstStyle>
          <a:p xmlns:a="http://schemas.openxmlformats.org/drawingml/2006/main">
            <a:pPr>
              <a:defRPr sz="900" b="0">
                <a:solidFill>
                  <a:srgbClr val="94A3B8"/>
                </a:solidFill>
                <a:latin typeface="Inter"/>
                <a:ea typeface="Inter"/>
                <a:cs typeface="Inter"/>
              </a:defRPr>
            </a:pPr>
            <a:r>
              <a:rPr sz="900" b="0">
                <a:solidFill>
                  <a:srgbClr val="94A3B8"/>
                </a:solidFill>
                <a:latin typeface="Inter"/>
                <a:ea typeface="Inter"/>
                <a:cs typeface="Inter"/>
              </a:rPr>
              <a:t>EE136: Machine Learning for Wireless Communications</a:t>
            </a:r>
          </a:p>
        </p:txBody>
      </p:sp>
      <p:sp>
        <p:nvSpPr>
          <p:cNvPr id="6" name="">
            <a:extLst xmlns:a="http://schemas.openxmlformats.org/drawingml/2006/main">
              <a:ext uri="{FF2B5EF4-FFF2-40B4-BE49-F238E27FC236}">
                <a16:creationId xmlns:a16="http://schemas.microsoft.com/office/drawing/2014/main" id="{D6724EAA-F8B0-4023-A396-85A38F4FEAF6}"/>
              </a:ext>
            </a:extLst>
          </p:cNvPr>
          <p:cNvSpPr>
            <a:spLocks xmlns:a="http://schemas.openxmlformats.org/drawingml/2006/main" noGrp="1"/>
          </p:cNvSpPr>
          <p:nvPr/>
        </p:nvSpPr>
        <p:spPr>
          <a:xfrm xmlns:a="http://schemas.openxmlformats.org/drawingml/2006/main">
            <a:off x="10096500" y="61912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94A3B8"/>
                </a:solidFill>
                <a:latin typeface="Inter"/>
                <a:ea typeface="Inter"/>
                <a:cs typeface="Inter"/>
              </a:defRPr>
            </a:defPPr>
            <a:lvl1pPr>
              <a:defRPr sz="900" b="0">
                <a:solidFill>
                  <a:srgbClr val="94A3B8"/>
                </a:solidFill>
                <a:latin typeface="Inter"/>
                <a:ea typeface="Inter"/>
                <a:cs typeface="Inter"/>
              </a:defRPr>
            </a:lvl1pPr>
            <a:lvl2pPr>
              <a:defRPr sz="900" b="0">
                <a:solidFill>
                  <a:srgbClr val="94A3B8"/>
                </a:solidFill>
                <a:latin typeface="Inter"/>
                <a:ea typeface="Inter"/>
                <a:cs typeface="Inter"/>
              </a:defRPr>
            </a:lvl2pPr>
            <a:lvl3pPr>
              <a:defRPr sz="900" b="0">
                <a:solidFill>
                  <a:srgbClr val="94A3B8"/>
                </a:solidFill>
                <a:latin typeface="Inter"/>
                <a:ea typeface="Inter"/>
                <a:cs typeface="Inter"/>
              </a:defRPr>
            </a:lvl3pPr>
            <a:lvl4pPr>
              <a:defRPr sz="900" b="0">
                <a:solidFill>
                  <a:srgbClr val="94A3B8"/>
                </a:solidFill>
                <a:latin typeface="Inter"/>
                <a:ea typeface="Inter"/>
                <a:cs typeface="Inter"/>
              </a:defRPr>
            </a:lvl4pPr>
            <a:lvl5pPr>
              <a:defRPr sz="900" b="0">
                <a:solidFill>
                  <a:srgbClr val="94A3B8"/>
                </a:solidFill>
                <a:latin typeface="Inter"/>
                <a:ea typeface="Inter"/>
                <a:cs typeface="Inter"/>
              </a:defRPr>
            </a:lvl5pPr>
            <a:lvl6pPr>
              <a:defRPr sz="900" b="0">
                <a:solidFill>
                  <a:srgbClr val="94A3B8"/>
                </a:solidFill>
                <a:latin typeface="Inter"/>
                <a:ea typeface="Inter"/>
                <a:cs typeface="Inter"/>
              </a:defRPr>
            </a:lvl6pPr>
            <a:lvl7pPr>
              <a:defRPr sz="900" b="0">
                <a:solidFill>
                  <a:srgbClr val="94A3B8"/>
                </a:solidFill>
                <a:latin typeface="Inter"/>
                <a:ea typeface="Inter"/>
                <a:cs typeface="Inter"/>
              </a:defRPr>
            </a:lvl7pPr>
            <a:lvl8pPr>
              <a:defRPr sz="900" b="0">
                <a:solidFill>
                  <a:srgbClr val="94A3B8"/>
                </a:solidFill>
                <a:latin typeface="Inter"/>
                <a:ea typeface="Inter"/>
                <a:cs typeface="Inter"/>
              </a:defRPr>
            </a:lvl8pPr>
            <a:lvl9pPr>
              <a:defRPr sz="900" b="0">
                <a:solidFill>
                  <a:srgbClr val="94A3B8"/>
                </a:solidFill>
                <a:latin typeface="Inter"/>
                <a:ea typeface="Inter"/>
                <a:cs typeface="Inter"/>
              </a:defRPr>
            </a:lvl9pPr>
          </a:lstStyle>
          <a:p xmlns:a="http://schemas.openxmlformats.org/drawingml/2006/main">
            <a:pPr>
              <a:defRPr sz="900" b="0">
                <a:solidFill>
                  <a:srgbClr val="94A3B8"/>
                </a:solidFill>
                <a:latin typeface="Inter"/>
                <a:ea typeface="Inter"/>
                <a:cs typeface="Inter"/>
              </a:defRPr>
            </a:pPr>
            <a:r>
              <a:rPr sz="900" b="0">
                <a:solidFill>
                  <a:srgbClr val="94A3B8"/>
                </a:solidFill>
                <a:latin typeface="Inter"/>
                <a:ea typeface="Inter"/>
                <a:cs typeface="Inter"/>
              </a:rPr>
              <a:t>Slide 13 of 14</a:t>
            </a:r>
          </a:p>
        </p:txBody>
      </p:sp>
      <p:sp>
        <p:nvSpPr>
          <p:cNvPr id="7" name="">
            <a:extLst xmlns:a="http://schemas.openxmlformats.org/drawingml/2006/main">
              <a:ext uri="{FF2B5EF4-FFF2-40B4-BE49-F238E27FC236}">
                <a16:creationId xmlns:a16="http://schemas.microsoft.com/office/drawing/2014/main" id="{DD8AB9D7-750A-4644-8165-61DA58718D92}"/>
              </a:ext>
            </a:extLst>
          </p:cNvPr>
          <p:cNvSpPr>
            <a:spLocks xmlns:a="http://schemas.openxmlformats.org/drawingml/2006/main" noGrp="1"/>
          </p:cNvSpPr>
          <p:nvPr/>
        </p:nvSpPr>
        <p:spPr>
          <a:xfrm xmlns:a="http://schemas.openxmlformats.org/drawingml/2006/main">
            <a:off x="1047750" y="1933575"/>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0284C7"/>
                </a:solidFill>
                <a:latin typeface="Manrope"/>
                <a:ea typeface="Manrope"/>
                <a:cs typeface="Manrope"/>
              </a:defRPr>
            </a:defPPr>
            <a:lvl1pPr>
              <a:defRPr sz="2100" b="1">
                <a:solidFill>
                  <a:srgbClr val="0284C7"/>
                </a:solidFill>
                <a:latin typeface="Manrope"/>
                <a:ea typeface="Manrope"/>
                <a:cs typeface="Manrope"/>
              </a:defRPr>
            </a:lvl1pPr>
            <a:lvl2pPr>
              <a:defRPr sz="2100" b="1">
                <a:solidFill>
                  <a:srgbClr val="0284C7"/>
                </a:solidFill>
                <a:latin typeface="Manrope"/>
                <a:ea typeface="Manrope"/>
                <a:cs typeface="Manrope"/>
              </a:defRPr>
            </a:lvl2pPr>
            <a:lvl3pPr>
              <a:defRPr sz="2100" b="1">
                <a:solidFill>
                  <a:srgbClr val="0284C7"/>
                </a:solidFill>
                <a:latin typeface="Manrope"/>
                <a:ea typeface="Manrope"/>
                <a:cs typeface="Manrope"/>
              </a:defRPr>
            </a:lvl3pPr>
            <a:lvl4pPr>
              <a:defRPr sz="2100" b="1">
                <a:solidFill>
                  <a:srgbClr val="0284C7"/>
                </a:solidFill>
                <a:latin typeface="Manrope"/>
                <a:ea typeface="Manrope"/>
                <a:cs typeface="Manrope"/>
              </a:defRPr>
            </a:lvl4pPr>
            <a:lvl5pPr>
              <a:defRPr sz="2100" b="1">
                <a:solidFill>
                  <a:srgbClr val="0284C7"/>
                </a:solidFill>
                <a:latin typeface="Manrope"/>
                <a:ea typeface="Manrope"/>
                <a:cs typeface="Manrope"/>
              </a:defRPr>
            </a:lvl5pPr>
            <a:lvl6pPr>
              <a:defRPr sz="2100" b="1">
                <a:solidFill>
                  <a:srgbClr val="0284C7"/>
                </a:solidFill>
                <a:latin typeface="Manrope"/>
                <a:ea typeface="Manrope"/>
                <a:cs typeface="Manrope"/>
              </a:defRPr>
            </a:lvl6pPr>
            <a:lvl7pPr>
              <a:defRPr sz="2100" b="1">
                <a:solidFill>
                  <a:srgbClr val="0284C7"/>
                </a:solidFill>
                <a:latin typeface="Manrope"/>
                <a:ea typeface="Manrope"/>
                <a:cs typeface="Manrope"/>
              </a:defRPr>
            </a:lvl7pPr>
            <a:lvl8pPr>
              <a:defRPr sz="2100" b="1">
                <a:solidFill>
                  <a:srgbClr val="0284C7"/>
                </a:solidFill>
                <a:latin typeface="Manrope"/>
                <a:ea typeface="Manrope"/>
                <a:cs typeface="Manrope"/>
              </a:defRPr>
            </a:lvl8pPr>
            <a:lvl9pPr>
              <a:defRPr sz="2100" b="1">
                <a:solidFill>
                  <a:srgbClr val="0284C7"/>
                </a:solidFill>
                <a:latin typeface="Manrope"/>
                <a:ea typeface="Manrope"/>
                <a:cs typeface="Manrope"/>
              </a:defRPr>
            </a:lvl9pPr>
          </a:lstStyle>
          <a:p xmlns:a="http://schemas.openxmlformats.org/drawingml/2006/main">
            <a:pPr>
              <a:defRPr sz="2100" b="1">
                <a:solidFill>
                  <a:srgbClr val="0284C7"/>
                </a:solidFill>
                <a:latin typeface="Manrope"/>
                <a:ea typeface="Manrope"/>
                <a:cs typeface="Manrope"/>
              </a:defRPr>
            </a:pPr>
            <a:r>
              <a:rPr sz="2100" b="1">
                <a:solidFill>
                  <a:srgbClr val="0284C7"/>
                </a:solidFill>
                <a:latin typeface="Manrope"/>
                <a:ea typeface="Manrope"/>
                <a:cs typeface="Manrope"/>
              </a:rPr>
              <a:t>Baseline</a:t>
            </a:r>
          </a:p>
        </p:txBody>
      </p:sp>
      <p:graphicFrame>
        <p:nvGraphicFramePr>
          <p:cNvPr id="8" name="">
            <a:extLst xmlns:a="http://schemas.openxmlformats.org/drawingml/2006/main">
              <a:ext uri="{FF2B5EF4-FFF2-40B4-BE49-F238E27FC236}">
                <a16:creationId xmlns:a16="http://schemas.microsoft.com/office/drawing/2014/main" id="{CB2E5818-2CB2-4615-873F-CD3AB88D2687}"/>
              </a:ext>
            </a:extLst>
          </p:cNvPr>
          <p:cNvGraphicFramePr/>
          <p:nvPr/>
        </p:nvGraphicFramePr>
        <p:xfrm>
          <a:off xmlns:a="http://schemas.openxmlformats.org/drawingml/2006/main" x="1047750" y="2428875"/>
          <a:ext xmlns:a="http://schemas.openxmlformats.org/drawingml/2006/main" cx="4953000" cy="2762250"/>
        </p:xfrm>
        <a:graphic xmlns:a="http://schemas.openxmlformats.org/drawingml/2006/main">
          <a:graphicData uri="http://schemas.openxmlformats.org/drawingml/2006/table">
            <a:tbl>
              <a:tblPr/>
              <a:tblGrid>
                <a:gridCol w="714375"/>
                <a:gridCol w="529828"/>
                <a:gridCol w="529828"/>
                <a:gridCol w="529828"/>
                <a:gridCol w="529828"/>
                <a:gridCol w="529828"/>
                <a:gridCol w="529828"/>
                <a:gridCol w="529828"/>
                <a:gridCol w="529828"/>
              </a:tblGrid>
              <a:tr h="306917">
                <a:tc>
                  <a:txBody>
                    <a:bodyPr lIns="9525" tIns="9525" rIns="9525" bIns="9525"/>
                    <a:lstStyle/>
                    <a:p>
                      <a:r>
                        <a:rPr sz="975" b="1">
                          <a:solidFill>
                            <a:srgbClr val="0F172A"/>
                          </a:solidFill>
                          <a:latin typeface="Inter"/>
                          <a:ea typeface="Inter"/>
                          <a:cs typeface="Inter"/>
                        </a:rPr>
                        <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BP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QP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8P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16Q</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64Q</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P4</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CF</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GF</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BPSK</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100</a:t>
                      </a:r>
                    </a:p>
                  </a:txBody>
                  <a:tcPr marL="91440" marR="91440" marT="45720" marB="45720">
                    <a:solidFill>
                      <a:srgbClr val="1C84C7"/>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QPSK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73</a:t>
                      </a:r>
                    </a:p>
                  </a:txBody>
                  <a:tcPr marL="91440" marR="91440" marT="45720" marB="45720">
                    <a:solidFill>
                      <a:srgbClr val="57A4D5"/>
                    </a:solidFill>
                  </a:tcPr>
                </a:tc>
                <a:tc>
                  <a:txBody>
                    <a:bodyPr lIns="9525" tIns="9525" rIns="9525" bIns="9525"/>
                    <a:lstStyle/>
                    <a:p>
                      <a:pPr algn="ctr"/>
                      <a:r>
                        <a:rPr sz="1275" b="0">
                          <a:solidFill>
                            <a:srgbClr val="0F172A"/>
                          </a:solidFill>
                          <a:latin typeface="Inter"/>
                          <a:ea typeface="Inter"/>
                          <a:cs typeface="Inter"/>
                        </a:rPr>
                        <a:t>23</a:t>
                      </a:r>
                    </a:p>
                  </a:txBody>
                  <a:tcPr marL="91440" marR="91440" marT="45720" marB="45720">
                    <a:solidFill>
                      <a:srgbClr val="C5DFF0"/>
                    </a:solidFill>
                  </a:tcPr>
                </a:tc>
                <a:tc>
                  <a:txBody>
                    <a:bodyPr lIns="9525" tIns="9525" rIns="9525" bIns="9525"/>
                    <a:lstStyle/>
                    <a:p>
                      <a:pPr algn="ctr"/>
                      <a:r>
                        <a:rPr sz="1275" b="0">
                          <a:solidFill>
                            <a:srgbClr val="0F172A"/>
                          </a:solidFill>
                          <a:latin typeface="Inter"/>
                          <a:ea typeface="Inter"/>
                          <a:cs typeface="Inter"/>
                        </a:rPr>
                        <a:t>4</a:t>
                      </a:r>
                    </a:p>
                  </a:txBody>
                  <a:tcPr marL="91440" marR="91440" marT="45720" marB="45720">
                    <a:solidFill>
                      <a:srgbClr val="F0F5FA"/>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8PSK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8</a:t>
                      </a:r>
                    </a:p>
                  </a:txBody>
                  <a:tcPr marL="91440" marR="91440" marT="45720" marB="45720">
                    <a:solidFill>
                      <a:srgbClr val="E7F1F8"/>
                    </a:solidFill>
                  </a:tcPr>
                </a:tc>
                <a:tc>
                  <a:txBody>
                    <a:bodyPr lIns="9525" tIns="9525" rIns="9525" bIns="9525"/>
                    <a:lstStyle/>
                    <a:p>
                      <a:pPr algn="ctr"/>
                      <a:r>
                        <a:rPr sz="1275" b="0">
                          <a:solidFill>
                            <a:srgbClr val="FFFFFF"/>
                          </a:solidFill>
                          <a:latin typeface="Inter"/>
                          <a:ea typeface="Inter"/>
                          <a:cs typeface="Inter"/>
                        </a:rPr>
                        <a:t>85</a:t>
                      </a:r>
                    </a:p>
                  </a:txBody>
                  <a:tcPr marL="91440" marR="91440" marT="45720" marB="45720">
                    <a:solidFill>
                      <a:srgbClr val="3E96CF"/>
                    </a:solidFill>
                  </a:tcPr>
                </a:tc>
                <a:tc>
                  <a:txBody>
                    <a:bodyPr lIns="9525" tIns="9525" rIns="9525" bIns="9525"/>
                    <a:lstStyle/>
                    <a:p>
                      <a:pPr algn="ctr"/>
                      <a:r>
                        <a:rPr sz="1275" b="0">
                          <a:solidFill>
                            <a:srgbClr val="0F172A"/>
                          </a:solidFill>
                          <a:latin typeface="Inter"/>
                          <a:ea typeface="Inter"/>
                          <a:cs typeface="Inter"/>
                        </a:rPr>
                        <a:t>8</a:t>
                      </a:r>
                    </a:p>
                  </a:txBody>
                  <a:tcPr marL="91440" marR="91440" marT="45720" marB="45720">
                    <a:solidFill>
                      <a:srgbClr val="E7F1F8"/>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16QAM</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10</a:t>
                      </a:r>
                    </a:p>
                  </a:txBody>
                  <a:tcPr marL="91440" marR="91440" marT="45720" marB="45720">
                    <a:solidFill>
                      <a:srgbClr val="E2EEF7"/>
                    </a:solidFill>
                  </a:tcPr>
                </a:tc>
                <a:tc>
                  <a:txBody>
                    <a:bodyPr lIns="9525" tIns="9525" rIns="9525" bIns="9525"/>
                    <a:lstStyle/>
                    <a:p>
                      <a:pPr algn="ctr"/>
                      <a:r>
                        <a:rPr sz="1275" b="0">
                          <a:solidFill>
                            <a:srgbClr val="FFFFFF"/>
                          </a:solidFill>
                          <a:latin typeface="Inter"/>
                          <a:ea typeface="Inter"/>
                          <a:cs typeface="Inter"/>
                        </a:rPr>
                        <a:t>90</a:t>
                      </a:r>
                    </a:p>
                  </a:txBody>
                  <a:tcPr marL="91440" marR="91440" marT="45720" marB="45720">
                    <a:solidFill>
                      <a:srgbClr val="3290C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64QAM</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5</a:t>
                      </a:r>
                    </a:p>
                  </a:txBody>
                  <a:tcPr marL="91440" marR="91440" marT="45720" marB="45720">
                    <a:solidFill>
                      <a:srgbClr val="EEF4F9"/>
                    </a:solidFill>
                  </a:tcPr>
                </a:tc>
                <a:tc>
                  <a:txBody>
                    <a:bodyPr lIns="9525" tIns="9525" rIns="9525" bIns="9525"/>
                    <a:lstStyle/>
                    <a:p>
                      <a:pPr algn="ctr"/>
                      <a:r>
                        <a:rPr sz="1275" b="0">
                          <a:solidFill>
                            <a:srgbClr val="0F172A"/>
                          </a:solidFill>
                          <a:latin typeface="Inter"/>
                          <a:ea typeface="Inter"/>
                          <a:cs typeface="Inter"/>
                        </a:rPr>
                        <a:t>33</a:t>
                      </a:r>
                    </a:p>
                  </a:txBody>
                  <a:tcPr marL="91440" marR="91440" marT="45720" marB="45720">
                    <a:solidFill>
                      <a:srgbClr val="AFD3EA"/>
                    </a:solidFill>
                  </a:tcPr>
                </a:tc>
                <a:tc>
                  <a:txBody>
                    <a:bodyPr lIns="9525" tIns="9525" rIns="9525" bIns="9525"/>
                    <a:lstStyle/>
                    <a:p>
                      <a:pPr algn="ctr"/>
                      <a:r>
                        <a:rPr sz="1275" b="0">
                          <a:solidFill>
                            <a:srgbClr val="0F172A"/>
                          </a:solidFill>
                          <a:latin typeface="Inter"/>
                          <a:ea typeface="Inter"/>
                          <a:cs typeface="Inter"/>
                        </a:rPr>
                        <a:t>62</a:t>
                      </a:r>
                    </a:p>
                  </a:txBody>
                  <a:tcPr marL="91440" marR="91440" marT="45720" marB="45720">
                    <a:solidFill>
                      <a:srgbClr val="70B1DB"/>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PAM4</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100</a:t>
                      </a:r>
                    </a:p>
                  </a:txBody>
                  <a:tcPr marL="91440" marR="91440" marT="45720" marB="45720">
                    <a:solidFill>
                      <a:srgbClr val="1C84C7"/>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CPFSK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81</a:t>
                      </a:r>
                    </a:p>
                  </a:txBody>
                  <a:tcPr marL="91440" marR="91440" marT="45720" marB="45720">
                    <a:solidFill>
                      <a:srgbClr val="469AD1"/>
                    </a:solidFill>
                  </a:tcPr>
                </a:tc>
                <a:tc>
                  <a:txBody>
                    <a:bodyPr lIns="9525" tIns="9525" rIns="9525" bIns="9525"/>
                    <a:lstStyle/>
                    <a:p>
                      <a:pPr algn="ctr"/>
                      <a:r>
                        <a:rPr sz="1275" b="0">
                          <a:solidFill>
                            <a:srgbClr val="0F172A"/>
                          </a:solidFill>
                          <a:latin typeface="Inter"/>
                          <a:ea typeface="Inter"/>
                          <a:cs typeface="Inter"/>
                        </a:rPr>
                        <a:t>19</a:t>
                      </a:r>
                    </a:p>
                  </a:txBody>
                  <a:tcPr marL="91440" marR="91440" marT="45720" marB="45720">
                    <a:solidFill>
                      <a:srgbClr val="CEE4F2"/>
                    </a:solidFill>
                  </a:tcPr>
                </a:tc>
              </a:tr>
              <a:tr h="306917">
                <a:tc>
                  <a:txBody>
                    <a:bodyPr lIns="9525" tIns="9525" rIns="9525" bIns="9525"/>
                    <a:lstStyle/>
                    <a:p>
                      <a:pPr algn="ctr"/>
                      <a:r>
                        <a:rPr sz="975" b="1">
                          <a:solidFill>
                            <a:srgbClr val="0F172A"/>
                          </a:solidFill>
                          <a:latin typeface="Inter"/>
                          <a:ea typeface="Inter"/>
                          <a:cs typeface="Inter"/>
                        </a:rPr>
                        <a:t>GFSK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12</a:t>
                      </a:r>
                    </a:p>
                  </a:txBody>
                  <a:tcPr marL="91440" marR="91440" marT="45720" marB="45720">
                    <a:solidFill>
                      <a:srgbClr val="DDEBF5"/>
                    </a:solidFill>
                  </a:tcPr>
                </a:tc>
                <a:tc>
                  <a:txBody>
                    <a:bodyPr lIns="9525" tIns="9525" rIns="9525" bIns="9525"/>
                    <a:lstStyle/>
                    <a:p>
                      <a:pPr algn="ctr"/>
                      <a:r>
                        <a:rPr sz="1275" b="0">
                          <a:solidFill>
                            <a:srgbClr val="FFFFFF"/>
                          </a:solidFill>
                          <a:latin typeface="Inter"/>
                          <a:ea typeface="Inter"/>
                          <a:cs typeface="Inter"/>
                        </a:rPr>
                        <a:t>87</a:t>
                      </a:r>
                    </a:p>
                  </a:txBody>
                  <a:tcPr marL="91440" marR="91440" marT="45720" marB="45720">
                    <a:solidFill>
                      <a:srgbClr val="3893CE"/>
                    </a:solidFill>
                  </a:tcPr>
                </a:tc>
              </a:tr>
            </a:tbl>
          </a:graphicData>
        </a:graphic>
      </p:graphicFrame>
      <p:sp>
        <p:nvSpPr>
          <p:cNvPr id="9" name="">
            <a:extLst xmlns:a="http://schemas.openxmlformats.org/drawingml/2006/main">
              <a:ext uri="{FF2B5EF4-FFF2-40B4-BE49-F238E27FC236}">
                <a16:creationId xmlns:a16="http://schemas.microsoft.com/office/drawing/2014/main" id="{A820AB4E-ACC6-4570-855A-CBC946B86642}"/>
              </a:ext>
            </a:extLst>
          </p:cNvPr>
          <p:cNvSpPr>
            <a:spLocks xmlns:a="http://schemas.openxmlformats.org/drawingml/2006/main" noGrp="1"/>
          </p:cNvSpPr>
          <p:nvPr/>
        </p:nvSpPr>
        <p:spPr>
          <a:xfrm xmlns:a="http://schemas.openxmlformats.org/drawingml/2006/main">
            <a:off x="6286500" y="1933575"/>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0284C7"/>
                </a:solidFill>
                <a:latin typeface="Manrope"/>
                <a:ea typeface="Manrope"/>
                <a:cs typeface="Manrope"/>
              </a:defRPr>
            </a:defPPr>
            <a:lvl1pPr>
              <a:defRPr sz="2100" b="1">
                <a:solidFill>
                  <a:srgbClr val="0284C7"/>
                </a:solidFill>
                <a:latin typeface="Manrope"/>
                <a:ea typeface="Manrope"/>
                <a:cs typeface="Manrope"/>
              </a:defRPr>
            </a:lvl1pPr>
            <a:lvl2pPr>
              <a:defRPr sz="2100" b="1">
                <a:solidFill>
                  <a:srgbClr val="0284C7"/>
                </a:solidFill>
                <a:latin typeface="Manrope"/>
                <a:ea typeface="Manrope"/>
                <a:cs typeface="Manrope"/>
              </a:defRPr>
            </a:lvl2pPr>
            <a:lvl3pPr>
              <a:defRPr sz="2100" b="1">
                <a:solidFill>
                  <a:srgbClr val="0284C7"/>
                </a:solidFill>
                <a:latin typeface="Manrope"/>
                <a:ea typeface="Manrope"/>
                <a:cs typeface="Manrope"/>
              </a:defRPr>
            </a:lvl3pPr>
            <a:lvl4pPr>
              <a:defRPr sz="2100" b="1">
                <a:solidFill>
                  <a:srgbClr val="0284C7"/>
                </a:solidFill>
                <a:latin typeface="Manrope"/>
                <a:ea typeface="Manrope"/>
                <a:cs typeface="Manrope"/>
              </a:defRPr>
            </a:lvl4pPr>
            <a:lvl5pPr>
              <a:defRPr sz="2100" b="1">
                <a:solidFill>
                  <a:srgbClr val="0284C7"/>
                </a:solidFill>
                <a:latin typeface="Manrope"/>
                <a:ea typeface="Manrope"/>
                <a:cs typeface="Manrope"/>
              </a:defRPr>
            </a:lvl5pPr>
            <a:lvl6pPr>
              <a:defRPr sz="2100" b="1">
                <a:solidFill>
                  <a:srgbClr val="0284C7"/>
                </a:solidFill>
                <a:latin typeface="Manrope"/>
                <a:ea typeface="Manrope"/>
                <a:cs typeface="Manrope"/>
              </a:defRPr>
            </a:lvl6pPr>
            <a:lvl7pPr>
              <a:defRPr sz="2100" b="1">
                <a:solidFill>
                  <a:srgbClr val="0284C7"/>
                </a:solidFill>
                <a:latin typeface="Manrope"/>
                <a:ea typeface="Manrope"/>
                <a:cs typeface="Manrope"/>
              </a:defRPr>
            </a:lvl7pPr>
            <a:lvl8pPr>
              <a:defRPr sz="2100" b="1">
                <a:solidFill>
                  <a:srgbClr val="0284C7"/>
                </a:solidFill>
                <a:latin typeface="Manrope"/>
                <a:ea typeface="Manrope"/>
                <a:cs typeface="Manrope"/>
              </a:defRPr>
            </a:lvl8pPr>
            <a:lvl9pPr>
              <a:defRPr sz="2100" b="1">
                <a:solidFill>
                  <a:srgbClr val="0284C7"/>
                </a:solidFill>
                <a:latin typeface="Manrope"/>
                <a:ea typeface="Manrope"/>
                <a:cs typeface="Manrope"/>
              </a:defRPr>
            </a:lvl9pPr>
          </a:lstStyle>
          <a:p xmlns:a="http://schemas.openxmlformats.org/drawingml/2006/main">
            <a:pPr>
              <a:defRPr sz="2100" b="1">
                <a:solidFill>
                  <a:srgbClr val="0284C7"/>
                </a:solidFill>
                <a:latin typeface="Manrope"/>
                <a:ea typeface="Manrope"/>
                <a:cs typeface="Manrope"/>
              </a:defRPr>
            </a:pPr>
            <a:r>
              <a:rPr sz="2100" b="1">
                <a:solidFill>
                  <a:srgbClr val="0284C7"/>
                </a:solidFill>
                <a:latin typeface="Manrope"/>
                <a:ea typeface="Manrope"/>
                <a:cs typeface="Manrope"/>
              </a:rPr>
              <a:t>Augmented</a:t>
            </a:r>
          </a:p>
        </p:txBody>
      </p:sp>
      <p:graphicFrame>
        <p:nvGraphicFramePr>
          <p:cNvPr id="10" name="">
            <a:extLst xmlns:a="http://schemas.openxmlformats.org/drawingml/2006/main">
              <a:ext uri="{FF2B5EF4-FFF2-40B4-BE49-F238E27FC236}">
                <a16:creationId xmlns:a16="http://schemas.microsoft.com/office/drawing/2014/main" id="{C87FD235-C4AC-4340-866E-6359B792E53A}"/>
              </a:ext>
            </a:extLst>
          </p:cNvPr>
          <p:cNvGraphicFramePr/>
          <p:nvPr/>
        </p:nvGraphicFramePr>
        <p:xfrm>
          <a:off xmlns:a="http://schemas.openxmlformats.org/drawingml/2006/main" x="6286500" y="2428875"/>
          <a:ext xmlns:a="http://schemas.openxmlformats.org/drawingml/2006/main" cx="4953000" cy="2762250"/>
        </p:xfrm>
        <a:graphic xmlns:a="http://schemas.openxmlformats.org/drawingml/2006/main">
          <a:graphicData uri="http://schemas.openxmlformats.org/drawingml/2006/table">
            <a:tbl>
              <a:tblPr/>
              <a:tblGrid>
                <a:gridCol w="714375"/>
                <a:gridCol w="529828"/>
                <a:gridCol w="529828"/>
                <a:gridCol w="529828"/>
                <a:gridCol w="529828"/>
                <a:gridCol w="529828"/>
                <a:gridCol w="529828"/>
                <a:gridCol w="529828"/>
                <a:gridCol w="529828"/>
              </a:tblGrid>
              <a:tr h="306917">
                <a:tc>
                  <a:txBody>
                    <a:bodyPr lIns="9525" tIns="9525" rIns="9525" bIns="9525"/>
                    <a:lstStyle/>
                    <a:p>
                      <a:r>
                        <a:rPr sz="975" b="1">
                          <a:solidFill>
                            <a:srgbClr val="0F172A"/>
                          </a:solidFill>
                          <a:latin typeface="Inter"/>
                          <a:ea typeface="Inter"/>
                          <a:cs typeface="Inter"/>
                        </a:rPr>
                        <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BP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QP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8P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16Q</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64Q</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P4</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CF</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GF</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BPSK</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100</a:t>
                      </a:r>
                    </a:p>
                  </a:txBody>
                  <a:tcPr marL="91440" marR="91440" marT="45720" marB="45720">
                    <a:solidFill>
                      <a:srgbClr val="1C84C7"/>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QPSK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65</a:t>
                      </a:r>
                    </a:p>
                  </a:txBody>
                  <a:tcPr marL="91440" marR="91440" marT="45720" marB="45720">
                    <a:solidFill>
                      <a:srgbClr val="68ADD9"/>
                    </a:solidFill>
                  </a:tcPr>
                </a:tc>
                <a:tc>
                  <a:txBody>
                    <a:bodyPr lIns="9525" tIns="9525" rIns="9525" bIns="9525"/>
                    <a:lstStyle/>
                    <a:p>
                      <a:pPr algn="ctr"/>
                      <a:r>
                        <a:rPr sz="1275" b="0">
                          <a:solidFill>
                            <a:srgbClr val="0F172A"/>
                          </a:solidFill>
                          <a:latin typeface="Inter"/>
                          <a:ea typeface="Inter"/>
                          <a:cs typeface="Inter"/>
                        </a:rPr>
                        <a:t>27</a:t>
                      </a:r>
                    </a:p>
                  </a:txBody>
                  <a:tcPr marL="91440" marR="91440" marT="45720" marB="45720">
                    <a:solidFill>
                      <a:srgbClr val="BDDAEE"/>
                    </a:solidFill>
                  </a:tcPr>
                </a:tc>
                <a:tc>
                  <a:txBody>
                    <a:bodyPr lIns="9525" tIns="9525" rIns="9525" bIns="9525"/>
                    <a:lstStyle/>
                    <a:p>
                      <a:pPr algn="ctr"/>
                      <a:r>
                        <a:rPr sz="1275" b="0">
                          <a:solidFill>
                            <a:srgbClr val="0F172A"/>
                          </a:solidFill>
                          <a:latin typeface="Inter"/>
                          <a:ea typeface="Inter"/>
                          <a:cs typeface="Inter"/>
                        </a:rPr>
                        <a:t>8</a:t>
                      </a:r>
                    </a:p>
                  </a:txBody>
                  <a:tcPr marL="91440" marR="91440" marT="45720" marB="45720">
                    <a:solidFill>
                      <a:srgbClr val="E7F1F8"/>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8PSK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100</a:t>
                      </a:r>
                    </a:p>
                  </a:txBody>
                  <a:tcPr marL="91440" marR="91440" marT="45720" marB="45720">
                    <a:solidFill>
                      <a:srgbClr val="1C84C7"/>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16QAM</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50</a:t>
                      </a:r>
                    </a:p>
                  </a:txBody>
                  <a:tcPr marL="91440" marR="91440" marT="45720" marB="45720">
                    <a:solidFill>
                      <a:srgbClr val="8ABFE2"/>
                    </a:solidFill>
                  </a:tcPr>
                </a:tc>
                <a:tc>
                  <a:txBody>
                    <a:bodyPr lIns="9525" tIns="9525" rIns="9525" bIns="9525"/>
                    <a:lstStyle/>
                    <a:p>
                      <a:pPr algn="ctr"/>
                      <a:r>
                        <a:rPr sz="1275" b="0">
                          <a:solidFill>
                            <a:srgbClr val="0F172A"/>
                          </a:solidFill>
                          <a:latin typeface="Inter"/>
                          <a:ea typeface="Inter"/>
                          <a:cs typeface="Inter"/>
                        </a:rPr>
                        <a:t>50</a:t>
                      </a:r>
                    </a:p>
                  </a:txBody>
                  <a:tcPr marL="91440" marR="91440" marT="45720" marB="45720">
                    <a:solidFill>
                      <a:srgbClr val="8ABFE2"/>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64QAM</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10</a:t>
                      </a:r>
                    </a:p>
                  </a:txBody>
                  <a:tcPr marL="91440" marR="91440" marT="45720" marB="45720">
                    <a:solidFill>
                      <a:srgbClr val="E3EFF7"/>
                    </a:solidFill>
                  </a:tcPr>
                </a:tc>
                <a:tc>
                  <a:txBody>
                    <a:bodyPr lIns="9525" tIns="9525" rIns="9525" bIns="9525"/>
                    <a:lstStyle/>
                    <a:p>
                      <a:pPr algn="ctr"/>
                      <a:r>
                        <a:rPr sz="1275" b="0">
                          <a:solidFill>
                            <a:srgbClr val="0F172A"/>
                          </a:solidFill>
                          <a:latin typeface="Inter"/>
                          <a:ea typeface="Inter"/>
                          <a:cs typeface="Inter"/>
                        </a:rPr>
                        <a:t>38</a:t>
                      </a:r>
                    </a:p>
                  </a:txBody>
                  <a:tcPr marL="91440" marR="91440" marT="45720" marB="45720">
                    <a:solidFill>
                      <a:srgbClr val="A4CDE8"/>
                    </a:solidFill>
                  </a:tcPr>
                </a:tc>
                <a:tc>
                  <a:txBody>
                    <a:bodyPr lIns="9525" tIns="9525" rIns="9525" bIns="9525"/>
                    <a:lstStyle/>
                    <a:p>
                      <a:pPr algn="ctr"/>
                      <a:r>
                        <a:rPr sz="1275" b="0">
                          <a:solidFill>
                            <a:srgbClr val="0F172A"/>
                          </a:solidFill>
                          <a:latin typeface="Inter"/>
                          <a:ea typeface="Inter"/>
                          <a:cs typeface="Inter"/>
                        </a:rPr>
                        <a:t>52</a:t>
                      </a:r>
                    </a:p>
                  </a:txBody>
                  <a:tcPr marL="91440" marR="91440" marT="45720" marB="45720">
                    <a:solidFill>
                      <a:srgbClr val="85BCE0"/>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PAM4</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100</a:t>
                      </a:r>
                    </a:p>
                  </a:txBody>
                  <a:tcPr marL="91440" marR="91440" marT="45720" marB="45720">
                    <a:solidFill>
                      <a:srgbClr val="1C84C7"/>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CPFSK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71</a:t>
                      </a:r>
                    </a:p>
                  </a:txBody>
                  <a:tcPr marL="91440" marR="91440" marT="45720" marB="45720">
                    <a:solidFill>
                      <a:srgbClr val="5BA6D6"/>
                    </a:solidFill>
                  </a:tcPr>
                </a:tc>
                <a:tc>
                  <a:txBody>
                    <a:bodyPr lIns="9525" tIns="9525" rIns="9525" bIns="9525"/>
                    <a:lstStyle/>
                    <a:p>
                      <a:pPr algn="ctr"/>
                      <a:r>
                        <a:rPr sz="1275" b="0">
                          <a:solidFill>
                            <a:srgbClr val="0F172A"/>
                          </a:solidFill>
                          <a:latin typeface="Inter"/>
                          <a:ea typeface="Inter"/>
                          <a:cs typeface="Inter"/>
                        </a:rPr>
                        <a:t>29</a:t>
                      </a:r>
                    </a:p>
                  </a:txBody>
                  <a:tcPr marL="91440" marR="91440" marT="45720" marB="45720">
                    <a:solidFill>
                      <a:srgbClr val="B9D8ED"/>
                    </a:solidFill>
                  </a:tcPr>
                </a:tc>
              </a:tr>
              <a:tr h="306917">
                <a:tc>
                  <a:txBody>
                    <a:bodyPr lIns="9525" tIns="9525" rIns="9525" bIns="9525"/>
                    <a:lstStyle/>
                    <a:p>
                      <a:pPr algn="ctr"/>
                      <a:r>
                        <a:rPr sz="975" b="1">
                          <a:solidFill>
                            <a:srgbClr val="0F172A"/>
                          </a:solidFill>
                          <a:latin typeface="Inter"/>
                          <a:ea typeface="Inter"/>
                          <a:cs typeface="Inter"/>
                        </a:rPr>
                        <a:t>GFSK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12</a:t>
                      </a:r>
                    </a:p>
                  </a:txBody>
                  <a:tcPr marL="91440" marR="91440" marT="45720" marB="45720">
                    <a:solidFill>
                      <a:srgbClr val="DDEBF5"/>
                    </a:solidFill>
                  </a:tcPr>
                </a:tc>
                <a:tc>
                  <a:txBody>
                    <a:bodyPr lIns="9525" tIns="9525" rIns="9525" bIns="9525"/>
                    <a:lstStyle/>
                    <a:p>
                      <a:pPr algn="ctr"/>
                      <a:r>
                        <a:rPr sz="1275" b="0">
                          <a:solidFill>
                            <a:srgbClr val="FFFFFF"/>
                          </a:solidFill>
                          <a:latin typeface="Inter"/>
                          <a:ea typeface="Inter"/>
                          <a:cs typeface="Inter"/>
                        </a:rPr>
                        <a:t>87</a:t>
                      </a:r>
                    </a:p>
                  </a:txBody>
                  <a:tcPr marL="91440" marR="91440" marT="45720" marB="45720">
                    <a:solidFill>
                      <a:srgbClr val="3893CE"/>
                    </a:solidFill>
                  </a:tcPr>
                </a:tc>
              </a:tr>
            </a:tbl>
          </a:graphicData>
        </a:graphic>
      </p:graphicFrame>
      <p:sp>
        <p:nvSpPr>
          <p:cNvPr id="11" name="">
            <a:extLst xmlns:a="http://schemas.openxmlformats.org/drawingml/2006/main">
              <a:ext uri="{FF2B5EF4-FFF2-40B4-BE49-F238E27FC236}">
                <a16:creationId xmlns:a16="http://schemas.microsoft.com/office/drawing/2014/main" id="{88D3D61C-FBF7-454F-BD57-FB5BB7881899}"/>
              </a:ext>
            </a:extLst>
          </p:cNvPr>
          <p:cNvSpPr>
            <a:spLocks xmlns:a="http://schemas.openxmlformats.org/drawingml/2006/main" noGrp="1"/>
          </p:cNvSpPr>
          <p:nvPr/>
        </p:nvSpPr>
        <p:spPr>
          <a:xfrm xmlns:a="http://schemas.openxmlformats.org/drawingml/2006/main">
            <a:off x="1285875" y="5372100"/>
            <a:ext cx="1000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0F172A"/>
                </a:solidFill>
                <a:latin typeface="Inter"/>
                <a:ea typeface="Inter"/>
                <a:cs typeface="Inter"/>
              </a:defRPr>
            </a:defPPr>
            <a:lvl1pPr>
              <a:defRPr sz="1575" b="0">
                <a:solidFill>
                  <a:srgbClr val="0F172A"/>
                </a:solidFill>
                <a:latin typeface="Inter"/>
                <a:ea typeface="Inter"/>
                <a:cs typeface="Inter"/>
              </a:defRPr>
            </a:lvl1pPr>
            <a:lvl2pPr>
              <a:defRPr sz="1575" b="0">
                <a:solidFill>
                  <a:srgbClr val="0F172A"/>
                </a:solidFill>
                <a:latin typeface="Inter"/>
                <a:ea typeface="Inter"/>
                <a:cs typeface="Inter"/>
              </a:defRPr>
            </a:lvl2pPr>
            <a:lvl3pPr>
              <a:defRPr sz="1575" b="0">
                <a:solidFill>
                  <a:srgbClr val="0F172A"/>
                </a:solidFill>
                <a:latin typeface="Inter"/>
                <a:ea typeface="Inter"/>
                <a:cs typeface="Inter"/>
              </a:defRPr>
            </a:lvl3pPr>
            <a:lvl4pPr>
              <a:defRPr sz="1575" b="0">
                <a:solidFill>
                  <a:srgbClr val="0F172A"/>
                </a:solidFill>
                <a:latin typeface="Inter"/>
                <a:ea typeface="Inter"/>
                <a:cs typeface="Inter"/>
              </a:defRPr>
            </a:lvl4pPr>
            <a:lvl5pPr>
              <a:defRPr sz="1575" b="0">
                <a:solidFill>
                  <a:srgbClr val="0F172A"/>
                </a:solidFill>
                <a:latin typeface="Inter"/>
                <a:ea typeface="Inter"/>
                <a:cs typeface="Inter"/>
              </a:defRPr>
            </a:lvl5pPr>
            <a:lvl6pPr>
              <a:defRPr sz="1575" b="0">
                <a:solidFill>
                  <a:srgbClr val="0F172A"/>
                </a:solidFill>
                <a:latin typeface="Inter"/>
                <a:ea typeface="Inter"/>
                <a:cs typeface="Inter"/>
              </a:defRPr>
            </a:lvl6pPr>
            <a:lvl7pPr>
              <a:defRPr sz="1575" b="0">
                <a:solidFill>
                  <a:srgbClr val="0F172A"/>
                </a:solidFill>
                <a:latin typeface="Inter"/>
                <a:ea typeface="Inter"/>
                <a:cs typeface="Inter"/>
              </a:defRPr>
            </a:lvl7pPr>
            <a:lvl8pPr>
              <a:defRPr sz="1575" b="0">
                <a:solidFill>
                  <a:srgbClr val="0F172A"/>
                </a:solidFill>
                <a:latin typeface="Inter"/>
                <a:ea typeface="Inter"/>
                <a:cs typeface="Inter"/>
              </a:defRPr>
            </a:lvl8pPr>
            <a:lvl9pPr>
              <a:defRPr sz="1575" b="0">
                <a:solidFill>
                  <a:srgbClr val="0F172A"/>
                </a:solidFill>
                <a:latin typeface="Inter"/>
                <a:ea typeface="Inter"/>
                <a:cs typeface="Inter"/>
              </a:defRPr>
            </a:lvl9pPr>
          </a:lstStyle>
          <a:p xmlns:a="http://schemas.openxmlformats.org/drawingml/2006/main">
            <a:pPr>
              <a:defRPr sz="1575" b="0">
                <a:solidFill>
                  <a:srgbClr val="0F172A"/>
                </a:solidFill>
                <a:latin typeface="Inter"/>
                <a:ea typeface="Inter"/>
                <a:cs typeface="Inter"/>
              </a:defRPr>
            </a:pPr>
            <a:r>
              <a:rPr sz="1575" b="0">
                <a:solidFill>
                  <a:srgbClr val="0F172A"/>
                </a:solidFill>
                <a:latin typeface="Inter"/>
                <a:ea typeface="Inter"/>
                <a:cs typeface="Inter"/>
              </a:rPr>
              <a:t>Rows = true class     Columns = predicted class     Each row totals approximately 100%</a:t>
            </a:r>
          </a:p>
        </p:txBody>
      </p:sp>
    </p:spTree>
    <p:extLst>
      <p:ext uri="{BB962C8B-B14F-4D97-AF65-F5344CB8AC3E}">
        <p14:creationId xmlns:p14="http://schemas.microsoft.com/office/powerpoint/2010/main" val="12589937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19682E6-B1A9-4042-80B8-50DB983F6914}"/>
              </a:ext>
            </a:extLst>
          </p:cNvPr>
          <p:cNvSpPr>
            <a:spLocks xmlns:a="http://schemas.openxmlformats.org/drawingml/2006/main" noGrp="1"/>
          </p:cNvSpPr>
          <p:nvPr/>
        </p:nvSpPr>
        <p:spPr>
          <a:xfrm xmlns:a="http://schemas.openxmlformats.org/drawingml/2006/main">
            <a:off x="731520" y="384048"/>
            <a:ext cx="137160" cy="4434840"/>
          </a:xfrm>
          <a:prstGeom xmlns:a="http://schemas.openxmlformats.org/drawingml/2006/main" prst="rect">
            <a:avLst/>
          </a:prstGeom>
          <a:solidFill xmlns:a="http://schemas.openxmlformats.org/drawingml/2006/main">
            <a:srgbClr val="0284C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E787CD9-835F-4E06-A593-940E7A987CB3}"/>
              </a:ext>
            </a:extLst>
          </p:cNvPr>
          <p:cNvSpPr>
            <a:spLocks xmlns:a="http://schemas.openxmlformats.org/drawingml/2006/main" noGrp="1"/>
          </p:cNvSpPr>
          <p:nvPr/>
        </p:nvSpPr>
        <p:spPr>
          <a:xfrm xmlns:a="http://schemas.openxmlformats.org/drawingml/2006/main">
            <a:off x="1076325" y="42862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350" b="1">
                <a:solidFill>
                  <a:srgbClr val="2563EB"/>
                </a:solidFill>
                <a:latin typeface="Manrope"/>
                <a:ea typeface="Manrope"/>
                <a:cs typeface="Manrope"/>
              </a:defRPr>
            </a:defPPr>
            <a:lvl1pPr>
              <a:defRPr sz="1350" b="1">
                <a:solidFill>
                  <a:srgbClr val="2563EB"/>
                </a:solidFill>
                <a:latin typeface="Manrope"/>
                <a:ea typeface="Manrope"/>
                <a:cs typeface="Manrope"/>
              </a:defRPr>
            </a:lvl1pPr>
            <a:lvl2pPr>
              <a:defRPr sz="1350" b="1">
                <a:solidFill>
                  <a:srgbClr val="2563EB"/>
                </a:solidFill>
                <a:latin typeface="Manrope"/>
                <a:ea typeface="Manrope"/>
                <a:cs typeface="Manrope"/>
              </a:defRPr>
            </a:lvl2pPr>
            <a:lvl3pPr>
              <a:defRPr sz="1350" b="1">
                <a:solidFill>
                  <a:srgbClr val="2563EB"/>
                </a:solidFill>
                <a:latin typeface="Manrope"/>
                <a:ea typeface="Manrope"/>
                <a:cs typeface="Manrope"/>
              </a:defRPr>
            </a:lvl3pPr>
            <a:lvl4pPr>
              <a:defRPr sz="1350" b="1">
                <a:solidFill>
                  <a:srgbClr val="2563EB"/>
                </a:solidFill>
                <a:latin typeface="Manrope"/>
                <a:ea typeface="Manrope"/>
                <a:cs typeface="Manrope"/>
              </a:defRPr>
            </a:lvl4pPr>
            <a:lvl5pPr>
              <a:defRPr sz="1350" b="1">
                <a:solidFill>
                  <a:srgbClr val="2563EB"/>
                </a:solidFill>
                <a:latin typeface="Manrope"/>
                <a:ea typeface="Manrope"/>
                <a:cs typeface="Manrope"/>
              </a:defRPr>
            </a:lvl5pPr>
            <a:lvl6pPr>
              <a:defRPr sz="1350" b="1">
                <a:solidFill>
                  <a:srgbClr val="2563EB"/>
                </a:solidFill>
                <a:latin typeface="Manrope"/>
                <a:ea typeface="Manrope"/>
                <a:cs typeface="Manrope"/>
              </a:defRPr>
            </a:lvl6pPr>
            <a:lvl7pPr>
              <a:defRPr sz="1350" b="1">
                <a:solidFill>
                  <a:srgbClr val="2563EB"/>
                </a:solidFill>
                <a:latin typeface="Manrope"/>
                <a:ea typeface="Manrope"/>
                <a:cs typeface="Manrope"/>
              </a:defRPr>
            </a:lvl7pPr>
            <a:lvl8pPr>
              <a:defRPr sz="1350" b="1">
                <a:solidFill>
                  <a:srgbClr val="2563EB"/>
                </a:solidFill>
                <a:latin typeface="Manrope"/>
                <a:ea typeface="Manrope"/>
                <a:cs typeface="Manrope"/>
              </a:defRPr>
            </a:lvl8pPr>
            <a:lvl9pPr>
              <a:defRPr sz="1350" b="1">
                <a:solidFill>
                  <a:srgbClr val="2563EB"/>
                </a:solidFill>
                <a:latin typeface="Manrope"/>
                <a:ea typeface="Manrope"/>
                <a:cs typeface="Manrope"/>
              </a:defRPr>
            </a:lvl9pPr>
          </a:lstStyle>
          <a:p xmlns:a="http://schemas.openxmlformats.org/drawingml/2006/main">
            <a:pPr>
              <a:defRPr sz="1350" b="1">
                <a:solidFill>
                  <a:srgbClr val="2563EB"/>
                </a:solidFill>
                <a:latin typeface="Manrope"/>
                <a:ea typeface="Manrope"/>
                <a:cs typeface="Manrope"/>
              </a:defRPr>
            </a:pPr>
            <a:r>
              <a:rPr sz="1350" b="1">
                <a:solidFill>
                  <a:srgbClr val="2563EB"/>
                </a:solidFill>
                <a:latin typeface="Manrope"/>
                <a:ea typeface="Manrope"/>
                <a:cs typeface="Manrope"/>
              </a:rPr>
              <a:t>04  RESULTS</a:t>
            </a:r>
          </a:p>
        </p:txBody>
      </p:sp>
      <p:sp>
        <p:nvSpPr>
          <p:cNvPr id="3" name="">
            <a:extLst xmlns:a="http://schemas.openxmlformats.org/drawingml/2006/main">
              <a:ext uri="{FF2B5EF4-FFF2-40B4-BE49-F238E27FC236}">
                <a16:creationId xmlns:a16="http://schemas.microsoft.com/office/drawing/2014/main" id="{2681982E-54E0-473F-B3C9-C4F97B10FA2B}"/>
              </a:ext>
            </a:extLst>
          </p:cNvPr>
          <p:cNvSpPr>
            <a:spLocks xmlns:a="http://schemas.openxmlformats.org/drawingml/2006/main" noGrp="1"/>
          </p:cNvSpPr>
          <p:nvPr/>
        </p:nvSpPr>
        <p:spPr>
          <a:xfrm xmlns:a="http://schemas.openxmlformats.org/drawingml/2006/main">
            <a:off x="1005840" y="804672"/>
            <a:ext cx="104203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0F172A"/>
                </a:solidFill>
                <a:latin typeface="Manrope"/>
                <a:ea typeface="Manrope"/>
                <a:cs typeface="Manrope"/>
              </a:defRPr>
            </a:defPPr>
            <a:lvl1pPr>
              <a:defRPr sz="3000" b="1">
                <a:solidFill>
                  <a:srgbClr val="0F172A"/>
                </a:solidFill>
                <a:latin typeface="Manrope"/>
                <a:ea typeface="Manrope"/>
                <a:cs typeface="Manrope"/>
              </a:defRPr>
            </a:lvl1pPr>
            <a:lvl2pPr>
              <a:defRPr sz="3000" b="1">
                <a:solidFill>
                  <a:srgbClr val="0F172A"/>
                </a:solidFill>
                <a:latin typeface="Manrope"/>
                <a:ea typeface="Manrope"/>
                <a:cs typeface="Manrope"/>
              </a:defRPr>
            </a:lvl2pPr>
            <a:lvl3pPr>
              <a:defRPr sz="3000" b="1">
                <a:solidFill>
                  <a:srgbClr val="0F172A"/>
                </a:solidFill>
                <a:latin typeface="Manrope"/>
                <a:ea typeface="Manrope"/>
                <a:cs typeface="Manrope"/>
              </a:defRPr>
            </a:lvl3pPr>
            <a:lvl4pPr>
              <a:defRPr sz="3000" b="1">
                <a:solidFill>
                  <a:srgbClr val="0F172A"/>
                </a:solidFill>
                <a:latin typeface="Manrope"/>
                <a:ea typeface="Manrope"/>
                <a:cs typeface="Manrope"/>
              </a:defRPr>
            </a:lvl4pPr>
            <a:lvl5pPr>
              <a:defRPr sz="3000" b="1">
                <a:solidFill>
                  <a:srgbClr val="0F172A"/>
                </a:solidFill>
                <a:latin typeface="Manrope"/>
                <a:ea typeface="Manrope"/>
                <a:cs typeface="Manrope"/>
              </a:defRPr>
            </a:lvl5pPr>
            <a:lvl6pPr>
              <a:defRPr sz="3000" b="1">
                <a:solidFill>
                  <a:srgbClr val="0F172A"/>
                </a:solidFill>
                <a:latin typeface="Manrope"/>
                <a:ea typeface="Manrope"/>
                <a:cs typeface="Manrope"/>
              </a:defRPr>
            </a:lvl6pPr>
            <a:lvl7pPr>
              <a:defRPr sz="3000" b="1">
                <a:solidFill>
                  <a:srgbClr val="0F172A"/>
                </a:solidFill>
                <a:latin typeface="Manrope"/>
                <a:ea typeface="Manrope"/>
                <a:cs typeface="Manrope"/>
              </a:defRPr>
            </a:lvl7pPr>
            <a:lvl8pPr>
              <a:defRPr sz="3000" b="1">
                <a:solidFill>
                  <a:srgbClr val="0F172A"/>
                </a:solidFill>
                <a:latin typeface="Manrope"/>
                <a:ea typeface="Manrope"/>
                <a:cs typeface="Manrope"/>
              </a:defRPr>
            </a:lvl8pPr>
            <a:lvl9pPr>
              <a:defRPr sz="3000" b="1">
                <a:solidFill>
                  <a:srgbClr val="0F172A"/>
                </a:solidFill>
                <a:latin typeface="Manrope"/>
                <a:ea typeface="Manrope"/>
                <a:cs typeface="Manrope"/>
              </a:defRPr>
            </a:lvl9pPr>
          </a:lstStyle>
          <a:p xmlns:a="http://schemas.openxmlformats.org/drawingml/2006/main">
            <a:pPr>
              <a:defRPr sz="3000" b="1">
                <a:solidFill>
                  <a:srgbClr val="0F172A"/>
                </a:solidFill>
                <a:latin typeface="Manrope"/>
                <a:ea typeface="Manrope"/>
                <a:cs typeface="Manrope"/>
              </a:defRPr>
            </a:pPr>
            <a:r>
              <a:rPr sz="3000" b="1">
                <a:solidFill>
                  <a:srgbClr val="0F172A"/>
                </a:solidFill>
                <a:latin typeface="Manrope"/>
                <a:ea typeface="Manrope"/>
                <a:cs typeface="Manrope"/>
              </a:rPr>
              <a:t>Class confusion at +14 dB</a:t>
            </a:r>
          </a:p>
        </p:txBody>
      </p:sp>
      <p:sp>
        <p:nvSpPr>
          <p:cNvPr id="4" name="">
            <a:extLst xmlns:a="http://schemas.openxmlformats.org/drawingml/2006/main">
              <a:ext uri="{FF2B5EF4-FFF2-40B4-BE49-F238E27FC236}">
                <a16:creationId xmlns:a16="http://schemas.microsoft.com/office/drawing/2014/main" id="{46B75102-98BF-408E-9A51-36ABDA64FD41}"/>
              </a:ext>
            </a:extLst>
          </p:cNvPr>
          <p:cNvSpPr>
            <a:spLocks xmlns:a="http://schemas.openxmlformats.org/drawingml/2006/main" noGrp="1"/>
          </p:cNvSpPr>
          <p:nvPr/>
        </p:nvSpPr>
        <p:spPr>
          <a:xfrm xmlns:a="http://schemas.openxmlformats.org/drawingml/2006/main">
            <a:off x="1005840" y="1390650"/>
            <a:ext cx="1042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0F172A"/>
                </a:solidFill>
                <a:latin typeface="Inter"/>
                <a:ea typeface="Inter"/>
                <a:cs typeface="Inter"/>
              </a:defRPr>
            </a:defPPr>
            <a:lvl1pPr>
              <a:defRPr sz="1575" b="0">
                <a:solidFill>
                  <a:srgbClr val="0F172A"/>
                </a:solidFill>
                <a:latin typeface="Inter"/>
                <a:ea typeface="Inter"/>
                <a:cs typeface="Inter"/>
              </a:defRPr>
            </a:lvl1pPr>
            <a:lvl2pPr>
              <a:defRPr sz="1575" b="0">
                <a:solidFill>
                  <a:srgbClr val="0F172A"/>
                </a:solidFill>
                <a:latin typeface="Inter"/>
                <a:ea typeface="Inter"/>
                <a:cs typeface="Inter"/>
              </a:defRPr>
            </a:lvl2pPr>
            <a:lvl3pPr>
              <a:defRPr sz="1575" b="0">
                <a:solidFill>
                  <a:srgbClr val="0F172A"/>
                </a:solidFill>
                <a:latin typeface="Inter"/>
                <a:ea typeface="Inter"/>
                <a:cs typeface="Inter"/>
              </a:defRPr>
            </a:lvl3pPr>
            <a:lvl4pPr>
              <a:defRPr sz="1575" b="0">
                <a:solidFill>
                  <a:srgbClr val="0F172A"/>
                </a:solidFill>
                <a:latin typeface="Inter"/>
                <a:ea typeface="Inter"/>
                <a:cs typeface="Inter"/>
              </a:defRPr>
            </a:lvl4pPr>
            <a:lvl5pPr>
              <a:defRPr sz="1575" b="0">
                <a:solidFill>
                  <a:srgbClr val="0F172A"/>
                </a:solidFill>
                <a:latin typeface="Inter"/>
                <a:ea typeface="Inter"/>
                <a:cs typeface="Inter"/>
              </a:defRPr>
            </a:lvl5pPr>
            <a:lvl6pPr>
              <a:defRPr sz="1575" b="0">
                <a:solidFill>
                  <a:srgbClr val="0F172A"/>
                </a:solidFill>
                <a:latin typeface="Inter"/>
                <a:ea typeface="Inter"/>
                <a:cs typeface="Inter"/>
              </a:defRPr>
            </a:lvl6pPr>
            <a:lvl7pPr>
              <a:defRPr sz="1575" b="0">
                <a:solidFill>
                  <a:srgbClr val="0F172A"/>
                </a:solidFill>
                <a:latin typeface="Inter"/>
                <a:ea typeface="Inter"/>
                <a:cs typeface="Inter"/>
              </a:defRPr>
            </a:lvl7pPr>
            <a:lvl8pPr>
              <a:defRPr sz="1575" b="0">
                <a:solidFill>
                  <a:srgbClr val="0F172A"/>
                </a:solidFill>
                <a:latin typeface="Inter"/>
                <a:ea typeface="Inter"/>
                <a:cs typeface="Inter"/>
              </a:defRPr>
            </a:lvl8pPr>
            <a:lvl9pPr>
              <a:defRPr sz="1575" b="0">
                <a:solidFill>
                  <a:srgbClr val="0F172A"/>
                </a:solidFill>
                <a:latin typeface="Inter"/>
                <a:ea typeface="Inter"/>
                <a:cs typeface="Inter"/>
              </a:defRPr>
            </a:lvl9pPr>
          </a:lstStyle>
          <a:p xmlns:a="http://schemas.openxmlformats.org/drawingml/2006/main">
            <a:pPr>
              <a:defRPr sz="1575" b="0">
                <a:solidFill>
                  <a:srgbClr val="0F172A"/>
                </a:solidFill>
                <a:latin typeface="Inter"/>
                <a:ea typeface="Inter"/>
                <a:cs typeface="Inter"/>
              </a:defRPr>
            </a:pPr>
            <a:r>
              <a:rPr sz="1575" b="0">
                <a:solidFill>
                  <a:srgbClr val="0F172A"/>
                </a:solidFill>
                <a:latin typeface="Inter"/>
                <a:ea typeface="Inter"/>
                <a:cs typeface="Inter"/>
              </a:rPr>
              <a:t>Appendix: row-normalized confusion matrices, values in percent</a:t>
            </a:r>
          </a:p>
        </p:txBody>
      </p:sp>
      <p:sp>
        <p:nvSpPr>
          <p:cNvPr id="5" name="">
            <a:extLst xmlns:a="http://schemas.openxmlformats.org/drawingml/2006/main">
              <a:ext uri="{FF2B5EF4-FFF2-40B4-BE49-F238E27FC236}">
                <a16:creationId xmlns:a16="http://schemas.microsoft.com/office/drawing/2014/main" id="{BD4535A8-9ACF-4CEB-81F0-B0B9AD498DC4}"/>
              </a:ext>
            </a:extLst>
          </p:cNvPr>
          <p:cNvSpPr>
            <a:spLocks xmlns:a="http://schemas.openxmlformats.org/drawingml/2006/main" noGrp="1"/>
          </p:cNvSpPr>
          <p:nvPr/>
        </p:nvSpPr>
        <p:spPr>
          <a:xfrm xmlns:a="http://schemas.openxmlformats.org/drawingml/2006/main">
            <a:off x="731520" y="619125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94A3B8"/>
                </a:solidFill>
                <a:latin typeface="Inter"/>
                <a:ea typeface="Inter"/>
                <a:cs typeface="Inter"/>
              </a:defRPr>
            </a:defPPr>
            <a:lvl1pPr>
              <a:defRPr sz="900" b="0">
                <a:solidFill>
                  <a:srgbClr val="94A3B8"/>
                </a:solidFill>
                <a:latin typeface="Inter"/>
                <a:ea typeface="Inter"/>
                <a:cs typeface="Inter"/>
              </a:defRPr>
            </a:lvl1pPr>
            <a:lvl2pPr>
              <a:defRPr sz="900" b="0">
                <a:solidFill>
                  <a:srgbClr val="94A3B8"/>
                </a:solidFill>
                <a:latin typeface="Inter"/>
                <a:ea typeface="Inter"/>
                <a:cs typeface="Inter"/>
              </a:defRPr>
            </a:lvl2pPr>
            <a:lvl3pPr>
              <a:defRPr sz="900" b="0">
                <a:solidFill>
                  <a:srgbClr val="94A3B8"/>
                </a:solidFill>
                <a:latin typeface="Inter"/>
                <a:ea typeface="Inter"/>
                <a:cs typeface="Inter"/>
              </a:defRPr>
            </a:lvl3pPr>
            <a:lvl4pPr>
              <a:defRPr sz="900" b="0">
                <a:solidFill>
                  <a:srgbClr val="94A3B8"/>
                </a:solidFill>
                <a:latin typeface="Inter"/>
                <a:ea typeface="Inter"/>
                <a:cs typeface="Inter"/>
              </a:defRPr>
            </a:lvl4pPr>
            <a:lvl5pPr>
              <a:defRPr sz="900" b="0">
                <a:solidFill>
                  <a:srgbClr val="94A3B8"/>
                </a:solidFill>
                <a:latin typeface="Inter"/>
                <a:ea typeface="Inter"/>
                <a:cs typeface="Inter"/>
              </a:defRPr>
            </a:lvl5pPr>
            <a:lvl6pPr>
              <a:defRPr sz="900" b="0">
                <a:solidFill>
                  <a:srgbClr val="94A3B8"/>
                </a:solidFill>
                <a:latin typeface="Inter"/>
                <a:ea typeface="Inter"/>
                <a:cs typeface="Inter"/>
              </a:defRPr>
            </a:lvl6pPr>
            <a:lvl7pPr>
              <a:defRPr sz="900" b="0">
                <a:solidFill>
                  <a:srgbClr val="94A3B8"/>
                </a:solidFill>
                <a:latin typeface="Inter"/>
                <a:ea typeface="Inter"/>
                <a:cs typeface="Inter"/>
              </a:defRPr>
            </a:lvl7pPr>
            <a:lvl8pPr>
              <a:defRPr sz="900" b="0">
                <a:solidFill>
                  <a:srgbClr val="94A3B8"/>
                </a:solidFill>
                <a:latin typeface="Inter"/>
                <a:ea typeface="Inter"/>
                <a:cs typeface="Inter"/>
              </a:defRPr>
            </a:lvl8pPr>
            <a:lvl9pPr>
              <a:defRPr sz="900" b="0">
                <a:solidFill>
                  <a:srgbClr val="94A3B8"/>
                </a:solidFill>
                <a:latin typeface="Inter"/>
                <a:ea typeface="Inter"/>
                <a:cs typeface="Inter"/>
              </a:defRPr>
            </a:lvl9pPr>
          </a:lstStyle>
          <a:p xmlns:a="http://schemas.openxmlformats.org/drawingml/2006/main">
            <a:pPr>
              <a:defRPr sz="900" b="0">
                <a:solidFill>
                  <a:srgbClr val="94A3B8"/>
                </a:solidFill>
                <a:latin typeface="Inter"/>
                <a:ea typeface="Inter"/>
                <a:cs typeface="Inter"/>
              </a:defRPr>
            </a:pPr>
            <a:r>
              <a:rPr sz="900" b="0">
                <a:solidFill>
                  <a:srgbClr val="94A3B8"/>
                </a:solidFill>
                <a:latin typeface="Inter"/>
                <a:ea typeface="Inter"/>
                <a:cs typeface="Inter"/>
              </a:rPr>
              <a:t>EE136: Machine Learning for Wireless Communications</a:t>
            </a:r>
          </a:p>
        </p:txBody>
      </p:sp>
      <p:sp>
        <p:nvSpPr>
          <p:cNvPr id="6" name="">
            <a:extLst xmlns:a="http://schemas.openxmlformats.org/drawingml/2006/main">
              <a:ext uri="{FF2B5EF4-FFF2-40B4-BE49-F238E27FC236}">
                <a16:creationId xmlns:a16="http://schemas.microsoft.com/office/drawing/2014/main" id="{F4965703-C6A3-468E-9FFF-BB2ACA85C77D}"/>
              </a:ext>
            </a:extLst>
          </p:cNvPr>
          <p:cNvSpPr>
            <a:spLocks xmlns:a="http://schemas.openxmlformats.org/drawingml/2006/main" noGrp="1"/>
          </p:cNvSpPr>
          <p:nvPr/>
        </p:nvSpPr>
        <p:spPr>
          <a:xfrm xmlns:a="http://schemas.openxmlformats.org/drawingml/2006/main">
            <a:off x="10096500" y="619125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00" b="0">
                <a:solidFill>
                  <a:srgbClr val="94A3B8"/>
                </a:solidFill>
                <a:latin typeface="Inter"/>
                <a:ea typeface="Inter"/>
                <a:cs typeface="Inter"/>
              </a:defRPr>
            </a:defPPr>
            <a:lvl1pPr>
              <a:defRPr sz="900" b="0">
                <a:solidFill>
                  <a:srgbClr val="94A3B8"/>
                </a:solidFill>
                <a:latin typeface="Inter"/>
                <a:ea typeface="Inter"/>
                <a:cs typeface="Inter"/>
              </a:defRPr>
            </a:lvl1pPr>
            <a:lvl2pPr>
              <a:defRPr sz="900" b="0">
                <a:solidFill>
                  <a:srgbClr val="94A3B8"/>
                </a:solidFill>
                <a:latin typeface="Inter"/>
                <a:ea typeface="Inter"/>
                <a:cs typeface="Inter"/>
              </a:defRPr>
            </a:lvl2pPr>
            <a:lvl3pPr>
              <a:defRPr sz="900" b="0">
                <a:solidFill>
                  <a:srgbClr val="94A3B8"/>
                </a:solidFill>
                <a:latin typeface="Inter"/>
                <a:ea typeface="Inter"/>
                <a:cs typeface="Inter"/>
              </a:defRPr>
            </a:lvl3pPr>
            <a:lvl4pPr>
              <a:defRPr sz="900" b="0">
                <a:solidFill>
                  <a:srgbClr val="94A3B8"/>
                </a:solidFill>
                <a:latin typeface="Inter"/>
                <a:ea typeface="Inter"/>
                <a:cs typeface="Inter"/>
              </a:defRPr>
            </a:lvl4pPr>
            <a:lvl5pPr>
              <a:defRPr sz="900" b="0">
                <a:solidFill>
                  <a:srgbClr val="94A3B8"/>
                </a:solidFill>
                <a:latin typeface="Inter"/>
                <a:ea typeface="Inter"/>
                <a:cs typeface="Inter"/>
              </a:defRPr>
            </a:lvl5pPr>
            <a:lvl6pPr>
              <a:defRPr sz="900" b="0">
                <a:solidFill>
                  <a:srgbClr val="94A3B8"/>
                </a:solidFill>
                <a:latin typeface="Inter"/>
                <a:ea typeface="Inter"/>
                <a:cs typeface="Inter"/>
              </a:defRPr>
            </a:lvl6pPr>
            <a:lvl7pPr>
              <a:defRPr sz="900" b="0">
                <a:solidFill>
                  <a:srgbClr val="94A3B8"/>
                </a:solidFill>
                <a:latin typeface="Inter"/>
                <a:ea typeface="Inter"/>
                <a:cs typeface="Inter"/>
              </a:defRPr>
            </a:lvl7pPr>
            <a:lvl8pPr>
              <a:defRPr sz="900" b="0">
                <a:solidFill>
                  <a:srgbClr val="94A3B8"/>
                </a:solidFill>
                <a:latin typeface="Inter"/>
                <a:ea typeface="Inter"/>
                <a:cs typeface="Inter"/>
              </a:defRPr>
            </a:lvl8pPr>
            <a:lvl9pPr>
              <a:defRPr sz="900" b="0">
                <a:solidFill>
                  <a:srgbClr val="94A3B8"/>
                </a:solidFill>
                <a:latin typeface="Inter"/>
                <a:ea typeface="Inter"/>
                <a:cs typeface="Inter"/>
              </a:defRPr>
            </a:lvl9pPr>
          </a:lstStyle>
          <a:p xmlns:a="http://schemas.openxmlformats.org/drawingml/2006/main">
            <a:pPr>
              <a:defRPr sz="900" b="0">
                <a:solidFill>
                  <a:srgbClr val="94A3B8"/>
                </a:solidFill>
                <a:latin typeface="Inter"/>
                <a:ea typeface="Inter"/>
                <a:cs typeface="Inter"/>
              </a:defRPr>
            </a:pPr>
            <a:r>
              <a:rPr sz="900" b="0">
                <a:solidFill>
                  <a:srgbClr val="94A3B8"/>
                </a:solidFill>
                <a:latin typeface="Inter"/>
                <a:ea typeface="Inter"/>
                <a:cs typeface="Inter"/>
              </a:rPr>
              <a:t>Slide 14 of 14</a:t>
            </a:r>
          </a:p>
        </p:txBody>
      </p:sp>
      <p:sp>
        <p:nvSpPr>
          <p:cNvPr id="7" name="">
            <a:extLst xmlns:a="http://schemas.openxmlformats.org/drawingml/2006/main">
              <a:ext uri="{FF2B5EF4-FFF2-40B4-BE49-F238E27FC236}">
                <a16:creationId xmlns:a16="http://schemas.microsoft.com/office/drawing/2014/main" id="{95DCBA80-6A01-4827-BF37-299D63BA7FF8}"/>
              </a:ext>
            </a:extLst>
          </p:cNvPr>
          <p:cNvSpPr>
            <a:spLocks xmlns:a="http://schemas.openxmlformats.org/drawingml/2006/main" noGrp="1"/>
          </p:cNvSpPr>
          <p:nvPr/>
        </p:nvSpPr>
        <p:spPr>
          <a:xfrm xmlns:a="http://schemas.openxmlformats.org/drawingml/2006/main">
            <a:off x="1047750" y="1933575"/>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0284C7"/>
                </a:solidFill>
                <a:latin typeface="Manrope"/>
                <a:ea typeface="Manrope"/>
                <a:cs typeface="Manrope"/>
              </a:defRPr>
            </a:defPPr>
            <a:lvl1pPr>
              <a:defRPr sz="2100" b="1">
                <a:solidFill>
                  <a:srgbClr val="0284C7"/>
                </a:solidFill>
                <a:latin typeface="Manrope"/>
                <a:ea typeface="Manrope"/>
                <a:cs typeface="Manrope"/>
              </a:defRPr>
            </a:lvl1pPr>
            <a:lvl2pPr>
              <a:defRPr sz="2100" b="1">
                <a:solidFill>
                  <a:srgbClr val="0284C7"/>
                </a:solidFill>
                <a:latin typeface="Manrope"/>
                <a:ea typeface="Manrope"/>
                <a:cs typeface="Manrope"/>
              </a:defRPr>
            </a:lvl2pPr>
            <a:lvl3pPr>
              <a:defRPr sz="2100" b="1">
                <a:solidFill>
                  <a:srgbClr val="0284C7"/>
                </a:solidFill>
                <a:latin typeface="Manrope"/>
                <a:ea typeface="Manrope"/>
                <a:cs typeface="Manrope"/>
              </a:defRPr>
            </a:lvl3pPr>
            <a:lvl4pPr>
              <a:defRPr sz="2100" b="1">
                <a:solidFill>
                  <a:srgbClr val="0284C7"/>
                </a:solidFill>
                <a:latin typeface="Manrope"/>
                <a:ea typeface="Manrope"/>
                <a:cs typeface="Manrope"/>
              </a:defRPr>
            </a:lvl4pPr>
            <a:lvl5pPr>
              <a:defRPr sz="2100" b="1">
                <a:solidFill>
                  <a:srgbClr val="0284C7"/>
                </a:solidFill>
                <a:latin typeface="Manrope"/>
                <a:ea typeface="Manrope"/>
                <a:cs typeface="Manrope"/>
              </a:defRPr>
            </a:lvl5pPr>
            <a:lvl6pPr>
              <a:defRPr sz="2100" b="1">
                <a:solidFill>
                  <a:srgbClr val="0284C7"/>
                </a:solidFill>
                <a:latin typeface="Manrope"/>
                <a:ea typeface="Manrope"/>
                <a:cs typeface="Manrope"/>
              </a:defRPr>
            </a:lvl6pPr>
            <a:lvl7pPr>
              <a:defRPr sz="2100" b="1">
                <a:solidFill>
                  <a:srgbClr val="0284C7"/>
                </a:solidFill>
                <a:latin typeface="Manrope"/>
                <a:ea typeface="Manrope"/>
                <a:cs typeface="Manrope"/>
              </a:defRPr>
            </a:lvl7pPr>
            <a:lvl8pPr>
              <a:defRPr sz="2100" b="1">
                <a:solidFill>
                  <a:srgbClr val="0284C7"/>
                </a:solidFill>
                <a:latin typeface="Manrope"/>
                <a:ea typeface="Manrope"/>
                <a:cs typeface="Manrope"/>
              </a:defRPr>
            </a:lvl8pPr>
            <a:lvl9pPr>
              <a:defRPr sz="2100" b="1">
                <a:solidFill>
                  <a:srgbClr val="0284C7"/>
                </a:solidFill>
                <a:latin typeface="Manrope"/>
                <a:ea typeface="Manrope"/>
                <a:cs typeface="Manrope"/>
              </a:defRPr>
            </a:lvl9pPr>
          </a:lstStyle>
          <a:p xmlns:a="http://schemas.openxmlformats.org/drawingml/2006/main">
            <a:pPr>
              <a:defRPr sz="2100" b="1">
                <a:solidFill>
                  <a:srgbClr val="0284C7"/>
                </a:solidFill>
                <a:latin typeface="Manrope"/>
                <a:ea typeface="Manrope"/>
                <a:cs typeface="Manrope"/>
              </a:defRPr>
            </a:pPr>
            <a:r>
              <a:rPr sz="2100" b="1">
                <a:solidFill>
                  <a:srgbClr val="0284C7"/>
                </a:solidFill>
                <a:latin typeface="Manrope"/>
                <a:ea typeface="Manrope"/>
                <a:cs typeface="Manrope"/>
              </a:rPr>
              <a:t>Baseline</a:t>
            </a:r>
          </a:p>
        </p:txBody>
      </p:sp>
      <p:graphicFrame>
        <p:nvGraphicFramePr>
          <p:cNvPr id="8" name="">
            <a:extLst xmlns:a="http://schemas.openxmlformats.org/drawingml/2006/main">
              <a:ext uri="{FF2B5EF4-FFF2-40B4-BE49-F238E27FC236}">
                <a16:creationId xmlns:a16="http://schemas.microsoft.com/office/drawing/2014/main" id="{2C677566-BACA-42EE-8DAB-6B5A9FF88414}"/>
              </a:ext>
            </a:extLst>
          </p:cNvPr>
          <p:cNvGraphicFramePr/>
          <p:nvPr/>
        </p:nvGraphicFramePr>
        <p:xfrm>
          <a:off xmlns:a="http://schemas.openxmlformats.org/drawingml/2006/main" x="1047750" y="2428875"/>
          <a:ext xmlns:a="http://schemas.openxmlformats.org/drawingml/2006/main" cx="4953000" cy="2762250"/>
        </p:xfrm>
        <a:graphic xmlns:a="http://schemas.openxmlformats.org/drawingml/2006/main">
          <a:graphicData uri="http://schemas.openxmlformats.org/drawingml/2006/table">
            <a:tbl>
              <a:tblPr/>
              <a:tblGrid>
                <a:gridCol w="714375"/>
                <a:gridCol w="529828"/>
                <a:gridCol w="529828"/>
                <a:gridCol w="529828"/>
                <a:gridCol w="529828"/>
                <a:gridCol w="529828"/>
                <a:gridCol w="529828"/>
                <a:gridCol w="529828"/>
                <a:gridCol w="529828"/>
              </a:tblGrid>
              <a:tr h="306917">
                <a:tc>
                  <a:txBody>
                    <a:bodyPr lIns="9525" tIns="9525" rIns="9525" bIns="9525"/>
                    <a:lstStyle/>
                    <a:p>
                      <a:r>
                        <a:rPr sz="975" b="1">
                          <a:solidFill>
                            <a:srgbClr val="0F172A"/>
                          </a:solidFill>
                          <a:latin typeface="Inter"/>
                          <a:ea typeface="Inter"/>
                          <a:cs typeface="Inter"/>
                        </a:rPr>
                        <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BP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QP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8P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16Q</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64Q</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P4</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CF</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GF</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BPSK</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100</a:t>
                      </a:r>
                    </a:p>
                  </a:txBody>
                  <a:tcPr marL="91440" marR="91440" marT="45720" marB="45720">
                    <a:solidFill>
                      <a:srgbClr val="1C84C7"/>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QPSK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87</a:t>
                      </a:r>
                    </a:p>
                  </a:txBody>
                  <a:tcPr marL="91440" marR="91440" marT="45720" marB="45720">
                    <a:solidFill>
                      <a:srgbClr val="3994CE"/>
                    </a:solidFill>
                  </a:tcPr>
                </a:tc>
                <a:tc>
                  <a:txBody>
                    <a:bodyPr lIns="9525" tIns="9525" rIns="9525" bIns="9525"/>
                    <a:lstStyle/>
                    <a:p>
                      <a:pPr algn="ctr"/>
                      <a:r>
                        <a:rPr sz="1275" b="0">
                          <a:solidFill>
                            <a:srgbClr val="0F172A"/>
                          </a:solidFill>
                          <a:latin typeface="Inter"/>
                          <a:ea typeface="Inter"/>
                          <a:cs typeface="Inter"/>
                        </a:rPr>
                        <a:t>13</a:t>
                      </a:r>
                    </a:p>
                  </a:txBody>
                  <a:tcPr marL="91440" marR="91440" marT="45720" marB="45720">
                    <a:solidFill>
                      <a:srgbClr val="DBEAF5"/>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8PSK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8</a:t>
                      </a:r>
                    </a:p>
                  </a:txBody>
                  <a:tcPr marL="91440" marR="91440" marT="45720" marB="45720">
                    <a:solidFill>
                      <a:srgbClr val="E7F1F8"/>
                    </a:solidFill>
                  </a:tcPr>
                </a:tc>
                <a:tc>
                  <a:txBody>
                    <a:bodyPr lIns="9525" tIns="9525" rIns="9525" bIns="9525"/>
                    <a:lstStyle/>
                    <a:p>
                      <a:pPr algn="ctr"/>
                      <a:r>
                        <a:rPr sz="1275" b="0">
                          <a:solidFill>
                            <a:srgbClr val="FFFFFF"/>
                          </a:solidFill>
                          <a:latin typeface="Inter"/>
                          <a:ea typeface="Inter"/>
                          <a:cs typeface="Inter"/>
                        </a:rPr>
                        <a:t>92</a:t>
                      </a:r>
                    </a:p>
                  </a:txBody>
                  <a:tcPr marL="91440" marR="91440" marT="45720" marB="45720">
                    <a:solidFill>
                      <a:srgbClr val="2D8DCB"/>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16QAM</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29</a:t>
                      </a:r>
                    </a:p>
                  </a:txBody>
                  <a:tcPr marL="91440" marR="91440" marT="45720" marB="45720">
                    <a:solidFill>
                      <a:srgbClr val="B7D7EC"/>
                    </a:solidFill>
                  </a:tcPr>
                </a:tc>
                <a:tc>
                  <a:txBody>
                    <a:bodyPr lIns="9525" tIns="9525" rIns="9525" bIns="9525"/>
                    <a:lstStyle/>
                    <a:p>
                      <a:pPr algn="ctr"/>
                      <a:r>
                        <a:rPr sz="1275" b="0">
                          <a:solidFill>
                            <a:srgbClr val="FFFFFF"/>
                          </a:solidFill>
                          <a:latin typeface="Inter"/>
                          <a:ea typeface="Inter"/>
                          <a:cs typeface="Inter"/>
                        </a:rPr>
                        <a:t>71</a:t>
                      </a:r>
                    </a:p>
                  </a:txBody>
                  <a:tcPr marL="91440" marR="91440" marT="45720" marB="45720">
                    <a:solidFill>
                      <a:srgbClr val="5DA7D7"/>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64QAM</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24</a:t>
                      </a:r>
                    </a:p>
                  </a:txBody>
                  <a:tcPr marL="91440" marR="91440" marT="45720" marB="45720">
                    <a:solidFill>
                      <a:srgbClr val="C4DEF0"/>
                    </a:solidFill>
                  </a:tcPr>
                </a:tc>
                <a:tc>
                  <a:txBody>
                    <a:bodyPr lIns="9525" tIns="9525" rIns="9525" bIns="9525"/>
                    <a:lstStyle/>
                    <a:p>
                      <a:pPr algn="ctr"/>
                      <a:r>
                        <a:rPr sz="1275" b="0">
                          <a:solidFill>
                            <a:srgbClr val="FFFFFF"/>
                          </a:solidFill>
                          <a:latin typeface="Inter"/>
                          <a:ea typeface="Inter"/>
                          <a:cs typeface="Inter"/>
                        </a:rPr>
                        <a:t>76</a:t>
                      </a:r>
                    </a:p>
                  </a:txBody>
                  <a:tcPr marL="91440" marR="91440" marT="45720" marB="45720">
                    <a:solidFill>
                      <a:srgbClr val="50A0D3"/>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PAM4</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100</a:t>
                      </a:r>
                    </a:p>
                  </a:txBody>
                  <a:tcPr marL="91440" marR="91440" marT="45720" marB="45720">
                    <a:solidFill>
                      <a:srgbClr val="1C84C7"/>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CPFSK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94</a:t>
                      </a:r>
                    </a:p>
                  </a:txBody>
                  <a:tcPr marL="91440" marR="91440" marT="45720" marB="45720">
                    <a:solidFill>
                      <a:srgbClr val="2A8BCA"/>
                    </a:solidFill>
                  </a:tcPr>
                </a:tc>
                <a:tc>
                  <a:txBody>
                    <a:bodyPr lIns="9525" tIns="9525" rIns="9525" bIns="9525"/>
                    <a:lstStyle/>
                    <a:p>
                      <a:pPr algn="ctr"/>
                      <a:r>
                        <a:rPr sz="1275" b="0">
                          <a:solidFill>
                            <a:srgbClr val="0F172A"/>
                          </a:solidFill>
                          <a:latin typeface="Inter"/>
                          <a:ea typeface="Inter"/>
                          <a:cs typeface="Inter"/>
                        </a:rPr>
                        <a:t>6</a:t>
                      </a:r>
                    </a:p>
                  </a:txBody>
                  <a:tcPr marL="91440" marR="91440" marT="45720" marB="45720">
                    <a:solidFill>
                      <a:srgbClr val="EAF3F9"/>
                    </a:solidFill>
                  </a:tcPr>
                </a:tc>
              </a:tr>
              <a:tr h="306917">
                <a:tc>
                  <a:txBody>
                    <a:bodyPr lIns="9525" tIns="9525" rIns="9525" bIns="9525"/>
                    <a:lstStyle/>
                    <a:p>
                      <a:pPr algn="ctr"/>
                      <a:r>
                        <a:rPr sz="975" b="1">
                          <a:solidFill>
                            <a:srgbClr val="0F172A"/>
                          </a:solidFill>
                          <a:latin typeface="Inter"/>
                          <a:ea typeface="Inter"/>
                          <a:cs typeface="Inter"/>
                        </a:rPr>
                        <a:t>GFSK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8</a:t>
                      </a:r>
                    </a:p>
                  </a:txBody>
                  <a:tcPr marL="91440" marR="91440" marT="45720" marB="45720">
                    <a:solidFill>
                      <a:srgbClr val="E7F1F8"/>
                    </a:solidFill>
                  </a:tcPr>
                </a:tc>
                <a:tc>
                  <a:txBody>
                    <a:bodyPr lIns="9525" tIns="9525" rIns="9525" bIns="9525"/>
                    <a:lstStyle/>
                    <a:p>
                      <a:pPr algn="ctr"/>
                      <a:r>
                        <a:rPr sz="1275" b="0">
                          <a:solidFill>
                            <a:srgbClr val="FFFFFF"/>
                          </a:solidFill>
                          <a:latin typeface="Inter"/>
                          <a:ea typeface="Inter"/>
                          <a:cs typeface="Inter"/>
                        </a:rPr>
                        <a:t>92</a:t>
                      </a:r>
                    </a:p>
                  </a:txBody>
                  <a:tcPr marL="91440" marR="91440" marT="45720" marB="45720">
                    <a:solidFill>
                      <a:srgbClr val="2D8DCB"/>
                    </a:solidFill>
                  </a:tcPr>
                </a:tc>
              </a:tr>
            </a:tbl>
          </a:graphicData>
        </a:graphic>
      </p:graphicFrame>
      <p:sp>
        <p:nvSpPr>
          <p:cNvPr id="9" name="">
            <a:extLst xmlns:a="http://schemas.openxmlformats.org/drawingml/2006/main">
              <a:ext uri="{FF2B5EF4-FFF2-40B4-BE49-F238E27FC236}">
                <a16:creationId xmlns:a16="http://schemas.microsoft.com/office/drawing/2014/main" id="{EA9FBD32-AB4F-4209-919C-EC099314A7CA}"/>
              </a:ext>
            </a:extLst>
          </p:cNvPr>
          <p:cNvSpPr>
            <a:spLocks xmlns:a="http://schemas.openxmlformats.org/drawingml/2006/main" noGrp="1"/>
          </p:cNvSpPr>
          <p:nvPr/>
        </p:nvSpPr>
        <p:spPr>
          <a:xfrm xmlns:a="http://schemas.openxmlformats.org/drawingml/2006/main">
            <a:off x="6286500" y="1933575"/>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0284C7"/>
                </a:solidFill>
                <a:latin typeface="Manrope"/>
                <a:ea typeface="Manrope"/>
                <a:cs typeface="Manrope"/>
              </a:defRPr>
            </a:defPPr>
            <a:lvl1pPr>
              <a:defRPr sz="2100" b="1">
                <a:solidFill>
                  <a:srgbClr val="0284C7"/>
                </a:solidFill>
                <a:latin typeface="Manrope"/>
                <a:ea typeface="Manrope"/>
                <a:cs typeface="Manrope"/>
              </a:defRPr>
            </a:lvl1pPr>
            <a:lvl2pPr>
              <a:defRPr sz="2100" b="1">
                <a:solidFill>
                  <a:srgbClr val="0284C7"/>
                </a:solidFill>
                <a:latin typeface="Manrope"/>
                <a:ea typeface="Manrope"/>
                <a:cs typeface="Manrope"/>
              </a:defRPr>
            </a:lvl2pPr>
            <a:lvl3pPr>
              <a:defRPr sz="2100" b="1">
                <a:solidFill>
                  <a:srgbClr val="0284C7"/>
                </a:solidFill>
                <a:latin typeface="Manrope"/>
                <a:ea typeface="Manrope"/>
                <a:cs typeface="Manrope"/>
              </a:defRPr>
            </a:lvl3pPr>
            <a:lvl4pPr>
              <a:defRPr sz="2100" b="1">
                <a:solidFill>
                  <a:srgbClr val="0284C7"/>
                </a:solidFill>
                <a:latin typeface="Manrope"/>
                <a:ea typeface="Manrope"/>
                <a:cs typeface="Manrope"/>
              </a:defRPr>
            </a:lvl4pPr>
            <a:lvl5pPr>
              <a:defRPr sz="2100" b="1">
                <a:solidFill>
                  <a:srgbClr val="0284C7"/>
                </a:solidFill>
                <a:latin typeface="Manrope"/>
                <a:ea typeface="Manrope"/>
                <a:cs typeface="Manrope"/>
              </a:defRPr>
            </a:lvl5pPr>
            <a:lvl6pPr>
              <a:defRPr sz="2100" b="1">
                <a:solidFill>
                  <a:srgbClr val="0284C7"/>
                </a:solidFill>
                <a:latin typeface="Manrope"/>
                <a:ea typeface="Manrope"/>
                <a:cs typeface="Manrope"/>
              </a:defRPr>
            </a:lvl6pPr>
            <a:lvl7pPr>
              <a:defRPr sz="2100" b="1">
                <a:solidFill>
                  <a:srgbClr val="0284C7"/>
                </a:solidFill>
                <a:latin typeface="Manrope"/>
                <a:ea typeface="Manrope"/>
                <a:cs typeface="Manrope"/>
              </a:defRPr>
            </a:lvl7pPr>
            <a:lvl8pPr>
              <a:defRPr sz="2100" b="1">
                <a:solidFill>
                  <a:srgbClr val="0284C7"/>
                </a:solidFill>
                <a:latin typeface="Manrope"/>
                <a:ea typeface="Manrope"/>
                <a:cs typeface="Manrope"/>
              </a:defRPr>
            </a:lvl8pPr>
            <a:lvl9pPr>
              <a:defRPr sz="2100" b="1">
                <a:solidFill>
                  <a:srgbClr val="0284C7"/>
                </a:solidFill>
                <a:latin typeface="Manrope"/>
                <a:ea typeface="Manrope"/>
                <a:cs typeface="Manrope"/>
              </a:defRPr>
            </a:lvl9pPr>
          </a:lstStyle>
          <a:p xmlns:a="http://schemas.openxmlformats.org/drawingml/2006/main">
            <a:pPr>
              <a:defRPr sz="2100" b="1">
                <a:solidFill>
                  <a:srgbClr val="0284C7"/>
                </a:solidFill>
                <a:latin typeface="Manrope"/>
                <a:ea typeface="Manrope"/>
                <a:cs typeface="Manrope"/>
              </a:defRPr>
            </a:pPr>
            <a:r>
              <a:rPr sz="2100" b="1">
                <a:solidFill>
                  <a:srgbClr val="0284C7"/>
                </a:solidFill>
                <a:latin typeface="Manrope"/>
                <a:ea typeface="Manrope"/>
                <a:cs typeface="Manrope"/>
              </a:rPr>
              <a:t>Augmented</a:t>
            </a:r>
          </a:p>
        </p:txBody>
      </p:sp>
      <p:graphicFrame>
        <p:nvGraphicFramePr>
          <p:cNvPr id="10" name="">
            <a:extLst xmlns:a="http://schemas.openxmlformats.org/drawingml/2006/main">
              <a:ext uri="{FF2B5EF4-FFF2-40B4-BE49-F238E27FC236}">
                <a16:creationId xmlns:a16="http://schemas.microsoft.com/office/drawing/2014/main" id="{D9F513E1-E91A-414A-A622-2758BDE81AB3}"/>
              </a:ext>
            </a:extLst>
          </p:cNvPr>
          <p:cNvGraphicFramePr/>
          <p:nvPr/>
        </p:nvGraphicFramePr>
        <p:xfrm>
          <a:off xmlns:a="http://schemas.openxmlformats.org/drawingml/2006/main" x="6286500" y="2428875"/>
          <a:ext xmlns:a="http://schemas.openxmlformats.org/drawingml/2006/main" cx="4953000" cy="2762250"/>
        </p:xfrm>
        <a:graphic xmlns:a="http://schemas.openxmlformats.org/drawingml/2006/main">
          <a:graphicData uri="http://schemas.openxmlformats.org/drawingml/2006/table">
            <a:tbl>
              <a:tblPr/>
              <a:tblGrid>
                <a:gridCol w="714375"/>
                <a:gridCol w="529828"/>
                <a:gridCol w="529828"/>
                <a:gridCol w="529828"/>
                <a:gridCol w="529828"/>
                <a:gridCol w="529828"/>
                <a:gridCol w="529828"/>
                <a:gridCol w="529828"/>
                <a:gridCol w="529828"/>
              </a:tblGrid>
              <a:tr h="306917">
                <a:tc>
                  <a:txBody>
                    <a:bodyPr lIns="9525" tIns="9525" rIns="9525" bIns="9525"/>
                    <a:lstStyle/>
                    <a:p>
                      <a:r>
                        <a:rPr sz="975" b="1">
                          <a:solidFill>
                            <a:srgbClr val="0F172A"/>
                          </a:solidFill>
                          <a:latin typeface="Inter"/>
                          <a:ea typeface="Inter"/>
                          <a:cs typeface="Inter"/>
                        </a:rPr>
                        <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BP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QP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8P</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16Q</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64Q</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P4</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CF</a:t>
                      </a:r>
                    </a:p>
                  </a:txBody>
                  <a:tcPr marL="91440" marR="91440" marT="45720" marB="45720">
                    <a:solidFill>
                      <a:srgbClr val="F8FAFC"/>
                    </a:solidFill>
                  </a:tcPr>
                </a:tc>
                <a:tc>
                  <a:txBody>
                    <a:bodyPr lIns="9525" tIns="9525" rIns="9525" bIns="9525"/>
                    <a:lstStyle/>
                    <a:p>
                      <a:pPr algn="ctr"/>
                      <a:r>
                        <a:rPr sz="975" b="1">
                          <a:solidFill>
                            <a:srgbClr val="0F172A"/>
                          </a:solidFill>
                          <a:latin typeface="Inter"/>
                          <a:ea typeface="Inter"/>
                          <a:cs typeface="Inter"/>
                        </a:rPr>
                        <a:t>GF</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BPSK</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100</a:t>
                      </a:r>
                    </a:p>
                  </a:txBody>
                  <a:tcPr marL="91440" marR="91440" marT="45720" marB="45720">
                    <a:solidFill>
                      <a:srgbClr val="1C84C7"/>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QPSK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53</a:t>
                      </a:r>
                    </a:p>
                  </a:txBody>
                  <a:tcPr marL="91440" marR="91440" marT="45720" marB="45720">
                    <a:solidFill>
                      <a:srgbClr val="83BBE0"/>
                    </a:solidFill>
                  </a:tcPr>
                </a:tc>
                <a:tc>
                  <a:txBody>
                    <a:bodyPr lIns="9525" tIns="9525" rIns="9525" bIns="9525"/>
                    <a:lstStyle/>
                    <a:p>
                      <a:pPr algn="ctr"/>
                      <a:r>
                        <a:rPr sz="1275" b="0">
                          <a:solidFill>
                            <a:srgbClr val="0F172A"/>
                          </a:solidFill>
                          <a:latin typeface="Inter"/>
                          <a:ea typeface="Inter"/>
                          <a:cs typeface="Inter"/>
                        </a:rPr>
                        <a:t>47</a:t>
                      </a:r>
                    </a:p>
                  </a:txBody>
                  <a:tcPr marL="91440" marR="91440" marT="45720" marB="45720">
                    <a:solidFill>
                      <a:srgbClr val="91C3E3"/>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8PSK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100</a:t>
                      </a:r>
                    </a:p>
                  </a:txBody>
                  <a:tcPr marL="91440" marR="91440" marT="45720" marB="45720">
                    <a:solidFill>
                      <a:srgbClr val="1C84C7"/>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16QAM</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53</a:t>
                      </a:r>
                    </a:p>
                  </a:txBody>
                  <a:tcPr marL="91440" marR="91440" marT="45720" marB="45720">
                    <a:solidFill>
                      <a:srgbClr val="84BCE0"/>
                    </a:solidFill>
                  </a:tcPr>
                </a:tc>
                <a:tc>
                  <a:txBody>
                    <a:bodyPr lIns="9525" tIns="9525" rIns="9525" bIns="9525"/>
                    <a:lstStyle/>
                    <a:p>
                      <a:pPr algn="ctr"/>
                      <a:r>
                        <a:rPr sz="1275" b="0">
                          <a:solidFill>
                            <a:srgbClr val="0F172A"/>
                          </a:solidFill>
                          <a:latin typeface="Inter"/>
                          <a:ea typeface="Inter"/>
                          <a:cs typeface="Inter"/>
                        </a:rPr>
                        <a:t>47</a:t>
                      </a:r>
                    </a:p>
                  </a:txBody>
                  <a:tcPr marL="91440" marR="91440" marT="45720" marB="45720">
                    <a:solidFill>
                      <a:srgbClr val="90C2E3"/>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64QAM</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47</a:t>
                      </a:r>
                    </a:p>
                  </a:txBody>
                  <a:tcPr marL="91440" marR="91440" marT="45720" marB="45720">
                    <a:solidFill>
                      <a:srgbClr val="90C2E3"/>
                    </a:solidFill>
                  </a:tcPr>
                </a:tc>
                <a:tc>
                  <a:txBody>
                    <a:bodyPr lIns="9525" tIns="9525" rIns="9525" bIns="9525"/>
                    <a:lstStyle/>
                    <a:p>
                      <a:pPr algn="ctr"/>
                      <a:r>
                        <a:rPr sz="1275" b="0">
                          <a:solidFill>
                            <a:srgbClr val="0F172A"/>
                          </a:solidFill>
                          <a:latin typeface="Inter"/>
                          <a:ea typeface="Inter"/>
                          <a:cs typeface="Inter"/>
                        </a:rPr>
                        <a:t>53</a:t>
                      </a:r>
                    </a:p>
                  </a:txBody>
                  <a:tcPr marL="91440" marR="91440" marT="45720" marB="45720">
                    <a:solidFill>
                      <a:srgbClr val="84BCE0"/>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PAM4</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100</a:t>
                      </a:r>
                    </a:p>
                  </a:txBody>
                  <a:tcPr marL="91440" marR="91440" marT="45720" marB="45720">
                    <a:solidFill>
                      <a:srgbClr val="1C84C7"/>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r>
              <a:tr h="306917">
                <a:tc>
                  <a:txBody>
                    <a:bodyPr lIns="9525" tIns="9525" rIns="9525" bIns="9525"/>
                    <a:lstStyle/>
                    <a:p>
                      <a:pPr algn="ctr"/>
                      <a:r>
                        <a:rPr sz="975" b="1">
                          <a:solidFill>
                            <a:srgbClr val="0F172A"/>
                          </a:solidFill>
                          <a:latin typeface="Inter"/>
                          <a:ea typeface="Inter"/>
                          <a:cs typeface="Inter"/>
                        </a:rPr>
                        <a:t>CPFSK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87</a:t>
                      </a:r>
                    </a:p>
                  </a:txBody>
                  <a:tcPr marL="91440" marR="91440" marT="45720" marB="45720">
                    <a:solidFill>
                      <a:srgbClr val="3893CE"/>
                    </a:solidFill>
                  </a:tcPr>
                </a:tc>
                <a:tc>
                  <a:txBody>
                    <a:bodyPr lIns="9525" tIns="9525" rIns="9525" bIns="9525"/>
                    <a:lstStyle/>
                    <a:p>
                      <a:pPr algn="ctr"/>
                      <a:r>
                        <a:rPr sz="1275" b="0">
                          <a:solidFill>
                            <a:srgbClr val="0F172A"/>
                          </a:solidFill>
                          <a:latin typeface="Inter"/>
                          <a:ea typeface="Inter"/>
                          <a:cs typeface="Inter"/>
                        </a:rPr>
                        <a:t>12</a:t>
                      </a:r>
                    </a:p>
                  </a:txBody>
                  <a:tcPr marL="91440" marR="91440" marT="45720" marB="45720">
                    <a:solidFill>
                      <a:srgbClr val="DDEBF5"/>
                    </a:solidFill>
                  </a:tcPr>
                </a:tc>
              </a:tr>
              <a:tr h="306917">
                <a:tc>
                  <a:txBody>
                    <a:bodyPr lIns="9525" tIns="9525" rIns="9525" bIns="9525"/>
                    <a:lstStyle/>
                    <a:p>
                      <a:pPr algn="ctr"/>
                      <a:r>
                        <a:rPr sz="975" b="1">
                          <a:solidFill>
                            <a:srgbClr val="0F172A"/>
                          </a:solidFill>
                          <a:latin typeface="Inter"/>
                          <a:ea typeface="Inter"/>
                          <a:cs typeface="Inter"/>
                        </a:rPr>
                        <a:t>GFSK</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0F172A"/>
                          </a:solidFill>
                          <a:latin typeface="Inter"/>
                          <a:ea typeface="Inter"/>
                          <a:cs typeface="Inter"/>
                        </a:rPr>
                        <a:t>0</a:t>
                      </a:r>
                    </a:p>
                  </a:txBody>
                  <a:tcPr marL="91440" marR="91440" marT="45720" marB="45720">
                    <a:solidFill>
                      <a:srgbClr val="F8FAFC"/>
                    </a:solidFill>
                  </a:tcPr>
                </a:tc>
                <a:tc>
                  <a:txBody>
                    <a:bodyPr lIns="9525" tIns="9525" rIns="9525" bIns="9525"/>
                    <a:lstStyle/>
                    <a:p>
                      <a:pPr algn="ctr"/>
                      <a:r>
                        <a:rPr sz="1275" b="0">
                          <a:solidFill>
                            <a:srgbClr val="FFFFFF"/>
                          </a:solidFill>
                          <a:latin typeface="Inter"/>
                          <a:ea typeface="Inter"/>
                          <a:cs typeface="Inter"/>
                        </a:rPr>
                        <a:t>100</a:t>
                      </a:r>
                    </a:p>
                  </a:txBody>
                  <a:tcPr marL="91440" marR="91440" marT="45720" marB="45720">
                    <a:solidFill>
                      <a:srgbClr val="1C84C7"/>
                    </a:solidFill>
                  </a:tcPr>
                </a:tc>
              </a:tr>
            </a:tbl>
          </a:graphicData>
        </a:graphic>
      </p:graphicFrame>
      <p:sp>
        <p:nvSpPr>
          <p:cNvPr id="11" name="">
            <a:extLst xmlns:a="http://schemas.openxmlformats.org/drawingml/2006/main">
              <a:ext uri="{FF2B5EF4-FFF2-40B4-BE49-F238E27FC236}">
                <a16:creationId xmlns:a16="http://schemas.microsoft.com/office/drawing/2014/main" id="{A4C43869-1CCD-414D-A2C8-9176A15492D6}"/>
              </a:ext>
            </a:extLst>
          </p:cNvPr>
          <p:cNvSpPr>
            <a:spLocks xmlns:a="http://schemas.openxmlformats.org/drawingml/2006/main" noGrp="1"/>
          </p:cNvSpPr>
          <p:nvPr/>
        </p:nvSpPr>
        <p:spPr>
          <a:xfrm xmlns:a="http://schemas.openxmlformats.org/drawingml/2006/main">
            <a:off x="1285875" y="5372100"/>
            <a:ext cx="1000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0F172A"/>
                </a:solidFill>
                <a:latin typeface="Inter"/>
                <a:ea typeface="Inter"/>
                <a:cs typeface="Inter"/>
              </a:defRPr>
            </a:defPPr>
            <a:lvl1pPr>
              <a:defRPr sz="1575" b="0">
                <a:solidFill>
                  <a:srgbClr val="0F172A"/>
                </a:solidFill>
                <a:latin typeface="Inter"/>
                <a:ea typeface="Inter"/>
                <a:cs typeface="Inter"/>
              </a:defRPr>
            </a:lvl1pPr>
            <a:lvl2pPr>
              <a:defRPr sz="1575" b="0">
                <a:solidFill>
                  <a:srgbClr val="0F172A"/>
                </a:solidFill>
                <a:latin typeface="Inter"/>
                <a:ea typeface="Inter"/>
                <a:cs typeface="Inter"/>
              </a:defRPr>
            </a:lvl2pPr>
            <a:lvl3pPr>
              <a:defRPr sz="1575" b="0">
                <a:solidFill>
                  <a:srgbClr val="0F172A"/>
                </a:solidFill>
                <a:latin typeface="Inter"/>
                <a:ea typeface="Inter"/>
                <a:cs typeface="Inter"/>
              </a:defRPr>
            </a:lvl3pPr>
            <a:lvl4pPr>
              <a:defRPr sz="1575" b="0">
                <a:solidFill>
                  <a:srgbClr val="0F172A"/>
                </a:solidFill>
                <a:latin typeface="Inter"/>
                <a:ea typeface="Inter"/>
                <a:cs typeface="Inter"/>
              </a:defRPr>
            </a:lvl4pPr>
            <a:lvl5pPr>
              <a:defRPr sz="1575" b="0">
                <a:solidFill>
                  <a:srgbClr val="0F172A"/>
                </a:solidFill>
                <a:latin typeface="Inter"/>
                <a:ea typeface="Inter"/>
                <a:cs typeface="Inter"/>
              </a:defRPr>
            </a:lvl5pPr>
            <a:lvl6pPr>
              <a:defRPr sz="1575" b="0">
                <a:solidFill>
                  <a:srgbClr val="0F172A"/>
                </a:solidFill>
                <a:latin typeface="Inter"/>
                <a:ea typeface="Inter"/>
                <a:cs typeface="Inter"/>
              </a:defRPr>
            </a:lvl6pPr>
            <a:lvl7pPr>
              <a:defRPr sz="1575" b="0">
                <a:solidFill>
                  <a:srgbClr val="0F172A"/>
                </a:solidFill>
                <a:latin typeface="Inter"/>
                <a:ea typeface="Inter"/>
                <a:cs typeface="Inter"/>
              </a:defRPr>
            </a:lvl7pPr>
            <a:lvl8pPr>
              <a:defRPr sz="1575" b="0">
                <a:solidFill>
                  <a:srgbClr val="0F172A"/>
                </a:solidFill>
                <a:latin typeface="Inter"/>
                <a:ea typeface="Inter"/>
                <a:cs typeface="Inter"/>
              </a:defRPr>
            </a:lvl8pPr>
            <a:lvl9pPr>
              <a:defRPr sz="1575" b="0">
                <a:solidFill>
                  <a:srgbClr val="0F172A"/>
                </a:solidFill>
                <a:latin typeface="Inter"/>
                <a:ea typeface="Inter"/>
                <a:cs typeface="Inter"/>
              </a:defRPr>
            </a:lvl9pPr>
          </a:lstStyle>
          <a:p xmlns:a="http://schemas.openxmlformats.org/drawingml/2006/main">
            <a:pPr>
              <a:defRPr sz="1575" b="0">
                <a:solidFill>
                  <a:srgbClr val="0F172A"/>
                </a:solidFill>
                <a:latin typeface="Inter"/>
                <a:ea typeface="Inter"/>
                <a:cs typeface="Inter"/>
              </a:defRPr>
            </a:pPr>
            <a:r>
              <a:rPr sz="1575" b="0">
                <a:solidFill>
                  <a:srgbClr val="0F172A"/>
                </a:solidFill>
                <a:latin typeface="Inter"/>
                <a:ea typeface="Inter"/>
                <a:cs typeface="Inter"/>
              </a:rPr>
              <a:t>Rows = true class     Columns = predicted class     Each row totals approximately 100%</a:t>
            </a:r>
          </a:p>
        </p:txBody>
      </p:sp>
    </p:spTree>
    <p:extLst>
      <p:ext uri="{BB962C8B-B14F-4D97-AF65-F5344CB8AC3E}">
        <p14:creationId xmlns:p14="http://schemas.microsoft.com/office/powerpoint/2010/main" val="95797369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2026-10-20T19:02:09.0450000Z</dcterms:created>
  <dcterms:modified xsi:type="dcterms:W3CDTF">2026-10-20T19:02:09.0450000Z</dcterms:modified>
</coreProperties>
</file>